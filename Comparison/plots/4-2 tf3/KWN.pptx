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F650A9-1E39-4DBD-85DC-40E547A42025}" v="238" dt="2025-06-10T14:15:31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74" autoAdjust="0"/>
  </p:normalViewPr>
  <p:slideViewPr>
    <p:cSldViewPr snapToGrid="0">
      <p:cViewPr varScale="1">
        <p:scale>
          <a:sx n="63" d="100"/>
          <a:sy n="63" d="100"/>
        </p:scale>
        <p:origin x="13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 Alizadeh" userId="1342facb-9595-4236-92e9-592b08afd82c" providerId="ADAL" clId="{D43EF229-234F-49AB-8CF0-9462C8974556}"/>
    <pc:docChg chg="undo custSel addSld delSld modSld">
      <pc:chgData name="Amir Alizadeh" userId="1342facb-9595-4236-92e9-592b08afd82c" providerId="ADAL" clId="{D43EF229-234F-49AB-8CF0-9462C8974556}" dt="2024-10-08T13:12:21.472" v="787" actId="20577"/>
      <pc:docMkLst>
        <pc:docMk/>
      </pc:docMkLst>
      <pc:sldChg chg="addSp modSp mod">
        <pc:chgData name="Amir Alizadeh" userId="1342facb-9595-4236-92e9-592b08afd82c" providerId="ADAL" clId="{D43EF229-234F-49AB-8CF0-9462C8974556}" dt="2024-10-08T11:51:35.802" v="16" actId="20577"/>
        <pc:sldMkLst>
          <pc:docMk/>
          <pc:sldMk cId="3416537591" sldId="257"/>
        </pc:sldMkLst>
        <pc:spChg chg="add mod">
          <ac:chgData name="Amir Alizadeh" userId="1342facb-9595-4236-92e9-592b08afd82c" providerId="ADAL" clId="{D43EF229-234F-49AB-8CF0-9462C8974556}" dt="2024-10-08T11:51:35.802" v="16" actId="20577"/>
          <ac:spMkLst>
            <pc:docMk/>
            <pc:sldMk cId="3416537591" sldId="257"/>
            <ac:spMk id="2" creationId="{06F01986-E421-46B8-BAB3-456895DFF384}"/>
          </ac:spMkLst>
        </pc:spChg>
      </pc:sldChg>
      <pc:sldChg chg="addSp modSp mod">
        <pc:chgData name="Amir Alizadeh" userId="1342facb-9595-4236-92e9-592b08afd82c" providerId="ADAL" clId="{D43EF229-234F-49AB-8CF0-9462C8974556}" dt="2024-10-08T12:58:35.706" v="682" actId="20577"/>
        <pc:sldMkLst>
          <pc:docMk/>
          <pc:sldMk cId="3142812052" sldId="258"/>
        </pc:sldMkLst>
        <pc:spChg chg="add mod">
          <ac:chgData name="Amir Alizadeh" userId="1342facb-9595-4236-92e9-592b08afd82c" providerId="ADAL" clId="{D43EF229-234F-49AB-8CF0-9462C8974556}" dt="2024-10-08T11:52:21.952" v="76" actId="20577"/>
          <ac:spMkLst>
            <pc:docMk/>
            <pc:sldMk cId="3142812052" sldId="258"/>
            <ac:spMk id="59" creationId="{53703429-D197-46DB-B8A1-D0618400B8D1}"/>
          </ac:spMkLst>
        </pc:spChg>
        <pc:spChg chg="mod">
          <ac:chgData name="Amir Alizadeh" userId="1342facb-9595-4236-92e9-592b08afd82c" providerId="ADAL" clId="{D43EF229-234F-49AB-8CF0-9462C8974556}" dt="2024-10-08T12:58:25.102" v="678" actId="20577"/>
          <ac:spMkLst>
            <pc:docMk/>
            <pc:sldMk cId="3142812052" sldId="258"/>
            <ac:spMk id="88" creationId="{81114A1C-66B7-47F3-A0BE-1A8CBF222A95}"/>
          </ac:spMkLst>
        </pc:spChg>
        <pc:spChg chg="mod">
          <ac:chgData name="Amir Alizadeh" userId="1342facb-9595-4236-92e9-592b08afd82c" providerId="ADAL" clId="{D43EF229-234F-49AB-8CF0-9462C8974556}" dt="2024-10-08T12:58:35.706" v="682" actId="20577"/>
          <ac:spMkLst>
            <pc:docMk/>
            <pc:sldMk cId="3142812052" sldId="258"/>
            <ac:spMk id="90" creationId="{2B3D6F25-ABD6-4E5C-BFF7-555837A73AAC}"/>
          </ac:spMkLst>
        </pc:spChg>
        <pc:spChg chg="mod">
          <ac:chgData name="Amir Alizadeh" userId="1342facb-9595-4236-92e9-592b08afd82c" providerId="ADAL" clId="{D43EF229-234F-49AB-8CF0-9462C8974556}" dt="2024-10-08T12:58:31.535" v="679" actId="21"/>
          <ac:spMkLst>
            <pc:docMk/>
            <pc:sldMk cId="3142812052" sldId="258"/>
            <ac:spMk id="111" creationId="{75C66CD0-DDFE-4477-90FC-D2351A60E1F5}"/>
          </ac:spMkLst>
        </pc:spChg>
        <pc:cxnChg chg="mod">
          <ac:chgData name="Amir Alizadeh" userId="1342facb-9595-4236-92e9-592b08afd82c" providerId="ADAL" clId="{D43EF229-234F-49AB-8CF0-9462C8974556}" dt="2024-10-08T12:58:33.029" v="680"/>
          <ac:cxnSpMkLst>
            <pc:docMk/>
            <pc:sldMk cId="3142812052" sldId="258"/>
            <ac:cxnSpMk id="64" creationId="{F0769D43-3230-4BF7-A424-ADCBEFE0231B}"/>
          </ac:cxnSpMkLst>
        </pc:cxnChg>
        <pc:cxnChg chg="mod">
          <ac:chgData name="Amir Alizadeh" userId="1342facb-9595-4236-92e9-592b08afd82c" providerId="ADAL" clId="{D43EF229-234F-49AB-8CF0-9462C8974556}" dt="2024-10-08T12:58:33.029" v="680"/>
          <ac:cxnSpMkLst>
            <pc:docMk/>
            <pc:sldMk cId="3142812052" sldId="258"/>
            <ac:cxnSpMk id="78" creationId="{DAAEECAC-5DCD-460B-A292-62F577ADAAB7}"/>
          </ac:cxnSpMkLst>
        </pc:cxnChg>
      </pc:sldChg>
      <pc:sldChg chg="addSp delSp modSp add mod modShow">
        <pc:chgData name="Amir Alizadeh" userId="1342facb-9595-4236-92e9-592b08afd82c" providerId="ADAL" clId="{D43EF229-234F-49AB-8CF0-9462C8974556}" dt="2024-10-08T12:58:08.802" v="676" actId="20577"/>
        <pc:sldMkLst>
          <pc:docMk/>
          <pc:sldMk cId="2289156097" sldId="259"/>
        </pc:sldMkLst>
        <pc:spChg chg="del mod">
          <ac:chgData name="Amir Alizadeh" userId="1342facb-9595-4236-92e9-592b08afd82c" providerId="ADAL" clId="{D43EF229-234F-49AB-8CF0-9462C8974556}" dt="2024-10-08T11:53:10.633" v="83" actId="478"/>
          <ac:spMkLst>
            <pc:docMk/>
            <pc:sldMk cId="2289156097" sldId="259"/>
            <ac:spMk id="72" creationId="{4EBF89FA-AED0-47A4-9D65-076D67F3FBE2}"/>
          </ac:spMkLst>
        </pc:spChg>
        <pc:spChg chg="add mod">
          <ac:chgData name="Amir Alizadeh" userId="1342facb-9595-4236-92e9-592b08afd82c" providerId="ADAL" clId="{D43EF229-234F-49AB-8CF0-9462C8974556}" dt="2024-10-08T12:18:05.652" v="371" actId="20577"/>
          <ac:spMkLst>
            <pc:docMk/>
            <pc:sldMk cId="2289156097" sldId="259"/>
            <ac:spMk id="80" creationId="{E8B5D8F1-AF25-43A4-A055-AB99A5BBF32C}"/>
          </ac:spMkLst>
        </pc:spChg>
        <pc:spChg chg="mod">
          <ac:chgData name="Amir Alizadeh" userId="1342facb-9595-4236-92e9-592b08afd82c" providerId="ADAL" clId="{D43EF229-234F-49AB-8CF0-9462C8974556}" dt="2024-10-08T12:58:08.802" v="676" actId="20577"/>
          <ac:spMkLst>
            <pc:docMk/>
            <pc:sldMk cId="2289156097" sldId="259"/>
            <ac:spMk id="88" creationId="{81114A1C-66B7-47F3-A0BE-1A8CBF222A95}"/>
          </ac:spMkLst>
        </pc:spChg>
        <pc:spChg chg="mod">
          <ac:chgData name="Amir Alizadeh" userId="1342facb-9595-4236-92e9-592b08afd82c" providerId="ADAL" clId="{D43EF229-234F-49AB-8CF0-9462C8974556}" dt="2024-10-08T12:58:03.263" v="674"/>
          <ac:spMkLst>
            <pc:docMk/>
            <pc:sldMk cId="2289156097" sldId="259"/>
            <ac:spMk id="90" creationId="{2B3D6F25-ABD6-4E5C-BFF7-555837A73AAC}"/>
          </ac:spMkLst>
        </pc:spChg>
        <pc:spChg chg="mod">
          <ac:chgData name="Amir Alizadeh" userId="1342facb-9595-4236-92e9-592b08afd82c" providerId="ADAL" clId="{D43EF229-234F-49AB-8CF0-9462C8974556}" dt="2024-10-08T11:53:18.527" v="86" actId="1076"/>
          <ac:spMkLst>
            <pc:docMk/>
            <pc:sldMk cId="2289156097" sldId="259"/>
            <ac:spMk id="95" creationId="{F7C8069D-BF31-4E59-9CC9-A7A7681FEB97}"/>
          </ac:spMkLst>
        </pc:spChg>
        <pc:spChg chg="mod">
          <ac:chgData name="Amir Alizadeh" userId="1342facb-9595-4236-92e9-592b08afd82c" providerId="ADAL" clId="{D43EF229-234F-49AB-8CF0-9462C8974556}" dt="2024-10-08T11:53:20.992" v="87" actId="1076"/>
          <ac:spMkLst>
            <pc:docMk/>
            <pc:sldMk cId="2289156097" sldId="259"/>
            <ac:spMk id="96" creationId="{59C5F62A-FDE8-47D7-B42B-141D9EE725A8}"/>
          </ac:spMkLst>
        </pc:spChg>
        <pc:spChg chg="mod">
          <ac:chgData name="Amir Alizadeh" userId="1342facb-9595-4236-92e9-592b08afd82c" providerId="ADAL" clId="{D43EF229-234F-49AB-8CF0-9462C8974556}" dt="2024-10-08T12:58:00.165" v="673" actId="21"/>
          <ac:spMkLst>
            <pc:docMk/>
            <pc:sldMk cId="2289156097" sldId="259"/>
            <ac:spMk id="111" creationId="{75C66CD0-DDFE-4477-90FC-D2351A60E1F5}"/>
          </ac:spMkLst>
        </pc:spChg>
        <pc:cxnChg chg="mod">
          <ac:chgData name="Amir Alizadeh" userId="1342facb-9595-4236-92e9-592b08afd82c" providerId="ADAL" clId="{D43EF229-234F-49AB-8CF0-9462C8974556}" dt="2024-10-08T12:58:03.263" v="674"/>
          <ac:cxnSpMkLst>
            <pc:docMk/>
            <pc:sldMk cId="2289156097" sldId="259"/>
            <ac:cxnSpMk id="64" creationId="{F0769D43-3230-4BF7-A424-ADCBEFE0231B}"/>
          </ac:cxnSpMkLst>
        </pc:cxnChg>
        <pc:cxnChg chg="mod">
          <ac:chgData name="Amir Alizadeh" userId="1342facb-9595-4236-92e9-592b08afd82c" providerId="ADAL" clId="{D43EF229-234F-49AB-8CF0-9462C8974556}" dt="2024-10-08T11:53:20.992" v="87" actId="1076"/>
          <ac:cxnSpMkLst>
            <pc:docMk/>
            <pc:sldMk cId="2289156097" sldId="259"/>
            <ac:cxnSpMk id="68" creationId="{44A35C3A-3BD6-4586-A8AA-7036A3BA7FF3}"/>
          </ac:cxnSpMkLst>
        </pc:cxnChg>
        <pc:cxnChg chg="mod">
          <ac:chgData name="Amir Alizadeh" userId="1342facb-9595-4236-92e9-592b08afd82c" providerId="ADAL" clId="{D43EF229-234F-49AB-8CF0-9462C8974556}" dt="2024-10-08T11:53:20.992" v="87" actId="1076"/>
          <ac:cxnSpMkLst>
            <pc:docMk/>
            <pc:sldMk cId="2289156097" sldId="259"/>
            <ac:cxnSpMk id="69" creationId="{0FFF1F8F-91C0-46BC-907B-30CB5D4975B9}"/>
          </ac:cxnSpMkLst>
        </pc:cxnChg>
        <pc:cxnChg chg="mod">
          <ac:chgData name="Amir Alizadeh" userId="1342facb-9595-4236-92e9-592b08afd82c" providerId="ADAL" clId="{D43EF229-234F-49AB-8CF0-9462C8974556}" dt="2024-10-08T11:53:39.372" v="88" actId="208"/>
          <ac:cxnSpMkLst>
            <pc:docMk/>
            <pc:sldMk cId="2289156097" sldId="259"/>
            <ac:cxnSpMk id="71" creationId="{5A9E3982-ED26-4709-9009-17B526F0960E}"/>
          </ac:cxnSpMkLst>
        </pc:cxnChg>
        <pc:cxnChg chg="mod">
          <ac:chgData name="Amir Alizadeh" userId="1342facb-9595-4236-92e9-592b08afd82c" providerId="ADAL" clId="{D43EF229-234F-49AB-8CF0-9462C8974556}" dt="2024-10-08T11:53:20.992" v="87" actId="1076"/>
          <ac:cxnSpMkLst>
            <pc:docMk/>
            <pc:sldMk cId="2289156097" sldId="259"/>
            <ac:cxnSpMk id="73" creationId="{09DA761F-AC2D-49F4-BB13-AFFAAEB22A3A}"/>
          </ac:cxnSpMkLst>
        </pc:cxnChg>
        <pc:cxnChg chg="del mod">
          <ac:chgData name="Amir Alizadeh" userId="1342facb-9595-4236-92e9-592b08afd82c" providerId="ADAL" clId="{D43EF229-234F-49AB-8CF0-9462C8974556}" dt="2024-10-08T11:53:11.887" v="84" actId="478"/>
          <ac:cxnSpMkLst>
            <pc:docMk/>
            <pc:sldMk cId="2289156097" sldId="259"/>
            <ac:cxnSpMk id="74" creationId="{C71B2F69-2957-49BD-B567-AC13689F1ED7}"/>
          </ac:cxnSpMkLst>
        </pc:cxnChg>
        <pc:cxnChg chg="mod">
          <ac:chgData name="Amir Alizadeh" userId="1342facb-9595-4236-92e9-592b08afd82c" providerId="ADAL" clId="{D43EF229-234F-49AB-8CF0-9462C8974556}" dt="2024-10-08T11:54:01.306" v="91" actId="208"/>
          <ac:cxnSpMkLst>
            <pc:docMk/>
            <pc:sldMk cId="2289156097" sldId="259"/>
            <ac:cxnSpMk id="75" creationId="{54AEA070-4E9B-4C10-BE0F-068367A6005A}"/>
          </ac:cxnSpMkLst>
        </pc:cxnChg>
        <pc:cxnChg chg="mod">
          <ac:chgData name="Amir Alizadeh" userId="1342facb-9595-4236-92e9-592b08afd82c" providerId="ADAL" clId="{D43EF229-234F-49AB-8CF0-9462C8974556}" dt="2024-10-08T11:53:18.527" v="86" actId="1076"/>
          <ac:cxnSpMkLst>
            <pc:docMk/>
            <pc:sldMk cId="2289156097" sldId="259"/>
            <ac:cxnSpMk id="76" creationId="{374105EB-4E8E-4363-8598-98B499566DF8}"/>
          </ac:cxnSpMkLst>
        </pc:cxnChg>
        <pc:cxnChg chg="add mod">
          <ac:chgData name="Amir Alizadeh" userId="1342facb-9595-4236-92e9-592b08afd82c" providerId="ADAL" clId="{D43EF229-234F-49AB-8CF0-9462C8974556}" dt="2024-10-08T12:06:38.006" v="197" actId="14100"/>
          <ac:cxnSpMkLst>
            <pc:docMk/>
            <pc:sldMk cId="2289156097" sldId="259"/>
            <ac:cxnSpMk id="77" creationId="{3547DC8D-D6A4-4923-B845-522B0CE77DE7}"/>
          </ac:cxnSpMkLst>
        </pc:cxnChg>
        <pc:cxnChg chg="mod">
          <ac:chgData name="Amir Alizadeh" userId="1342facb-9595-4236-92e9-592b08afd82c" providerId="ADAL" clId="{D43EF229-234F-49AB-8CF0-9462C8974556}" dt="2024-10-08T12:58:03.263" v="674"/>
          <ac:cxnSpMkLst>
            <pc:docMk/>
            <pc:sldMk cId="2289156097" sldId="259"/>
            <ac:cxnSpMk id="78" creationId="{DAAEECAC-5DCD-460B-A292-62F577ADAAB7}"/>
          </ac:cxnSpMkLst>
        </pc:cxnChg>
        <pc:cxnChg chg="mod">
          <ac:chgData name="Amir Alizadeh" userId="1342facb-9595-4236-92e9-592b08afd82c" providerId="ADAL" clId="{D43EF229-234F-49AB-8CF0-9462C8974556}" dt="2024-10-08T11:53:48.439" v="90" actId="208"/>
          <ac:cxnSpMkLst>
            <pc:docMk/>
            <pc:sldMk cId="2289156097" sldId="259"/>
            <ac:cxnSpMk id="81" creationId="{89E420B6-29C3-4CC2-96DE-E202D1821D48}"/>
          </ac:cxnSpMkLst>
        </pc:cxnChg>
        <pc:cxnChg chg="mod">
          <ac:chgData name="Amir Alizadeh" userId="1342facb-9595-4236-92e9-592b08afd82c" providerId="ADAL" clId="{D43EF229-234F-49AB-8CF0-9462C8974556}" dt="2024-10-08T11:53:20.992" v="87" actId="1076"/>
          <ac:cxnSpMkLst>
            <pc:docMk/>
            <pc:sldMk cId="2289156097" sldId="259"/>
            <ac:cxnSpMk id="99" creationId="{21E23ADE-6F21-4685-A9FC-AEC288737047}"/>
          </ac:cxnSpMkLst>
        </pc:cxnChg>
        <pc:cxnChg chg="mod">
          <ac:chgData name="Amir Alizadeh" userId="1342facb-9595-4236-92e9-592b08afd82c" providerId="ADAL" clId="{D43EF229-234F-49AB-8CF0-9462C8974556}" dt="2024-10-08T12:15:57.814" v="309" actId="208"/>
          <ac:cxnSpMkLst>
            <pc:docMk/>
            <pc:sldMk cId="2289156097" sldId="259"/>
            <ac:cxnSpMk id="103" creationId="{F4B37B94-EFB7-41ED-A974-1E73068229CF}"/>
          </ac:cxnSpMkLst>
        </pc:cxnChg>
        <pc:cxnChg chg="mod">
          <ac:chgData name="Amir Alizadeh" userId="1342facb-9595-4236-92e9-592b08afd82c" providerId="ADAL" clId="{D43EF229-234F-49AB-8CF0-9462C8974556}" dt="2024-10-08T11:53:18.527" v="86" actId="1076"/>
          <ac:cxnSpMkLst>
            <pc:docMk/>
            <pc:sldMk cId="2289156097" sldId="259"/>
            <ac:cxnSpMk id="117" creationId="{0611A4EF-9FC0-4C12-955D-42B5EBF24A67}"/>
          </ac:cxnSpMkLst>
        </pc:cxnChg>
        <pc:cxnChg chg="mod">
          <ac:chgData name="Amir Alizadeh" userId="1342facb-9595-4236-92e9-592b08afd82c" providerId="ADAL" clId="{D43EF229-234F-49AB-8CF0-9462C8974556}" dt="2024-10-08T11:53:45.554" v="89" actId="208"/>
          <ac:cxnSpMkLst>
            <pc:docMk/>
            <pc:sldMk cId="2289156097" sldId="259"/>
            <ac:cxnSpMk id="121" creationId="{12C62B97-DDAD-41ED-A3EB-0F42A0D3659D}"/>
          </ac:cxnSpMkLst>
        </pc:cxnChg>
      </pc:sldChg>
      <pc:sldChg chg="addSp delSp modSp add mod">
        <pc:chgData name="Amir Alizadeh" userId="1342facb-9595-4236-92e9-592b08afd82c" providerId="ADAL" clId="{D43EF229-234F-49AB-8CF0-9462C8974556}" dt="2024-10-08T12:57:39.429" v="670"/>
        <pc:sldMkLst>
          <pc:docMk/>
          <pc:sldMk cId="390307225" sldId="260"/>
        </pc:sldMkLst>
        <pc:spChg chg="add mod">
          <ac:chgData name="Amir Alizadeh" userId="1342facb-9595-4236-92e9-592b08afd82c" providerId="ADAL" clId="{D43EF229-234F-49AB-8CF0-9462C8974556}" dt="2024-10-08T12:57:20.894" v="666" actId="20577"/>
          <ac:spMkLst>
            <pc:docMk/>
            <pc:sldMk cId="390307225" sldId="260"/>
            <ac:spMk id="57" creationId="{EFC87695-7722-4E59-8D08-1D8F41BF6BB7}"/>
          </ac:spMkLst>
        </pc:spChg>
        <pc:spChg chg="add del mod">
          <ac:chgData name="Amir Alizadeh" userId="1342facb-9595-4236-92e9-592b08afd82c" providerId="ADAL" clId="{D43EF229-234F-49AB-8CF0-9462C8974556}" dt="2024-10-08T11:55:57.807" v="100"/>
          <ac:spMkLst>
            <pc:docMk/>
            <pc:sldMk cId="390307225" sldId="260"/>
            <ac:spMk id="58" creationId="{03BA0613-7046-4267-A343-E4338B99FEF6}"/>
          </ac:spMkLst>
        </pc:spChg>
        <pc:spChg chg="add mod">
          <ac:chgData name="Amir Alizadeh" userId="1342facb-9595-4236-92e9-592b08afd82c" providerId="ADAL" clId="{D43EF229-234F-49AB-8CF0-9462C8974556}" dt="2024-10-08T12:08:11.213" v="213" actId="1076"/>
          <ac:spMkLst>
            <pc:docMk/>
            <pc:sldMk cId="390307225" sldId="260"/>
            <ac:spMk id="59" creationId="{49E7C300-4D28-4DA2-A7A0-D090F0FA5B2F}"/>
          </ac:spMkLst>
        </pc:spChg>
        <pc:spChg chg="add mod">
          <ac:chgData name="Amir Alizadeh" userId="1342facb-9595-4236-92e9-592b08afd82c" providerId="ADAL" clId="{D43EF229-234F-49AB-8CF0-9462C8974556}" dt="2024-10-08T12:57:37.583" v="669" actId="21"/>
          <ac:spMkLst>
            <pc:docMk/>
            <pc:sldMk cId="390307225" sldId="260"/>
            <ac:spMk id="60" creationId="{675D1339-D80A-4F07-8746-A791A228C275}"/>
          </ac:spMkLst>
        </pc:spChg>
        <pc:spChg chg="add mod">
          <ac:chgData name="Amir Alizadeh" userId="1342facb-9595-4236-92e9-592b08afd82c" providerId="ADAL" clId="{D43EF229-234F-49AB-8CF0-9462C8974556}" dt="2024-10-08T12:04:38.430" v="185" actId="1076"/>
          <ac:spMkLst>
            <pc:docMk/>
            <pc:sldMk cId="390307225" sldId="260"/>
            <ac:spMk id="61" creationId="{032C0369-1DA6-424F-AD1E-128C38A85DFE}"/>
          </ac:spMkLst>
        </pc:spChg>
        <pc:spChg chg="add del mod">
          <ac:chgData name="Amir Alizadeh" userId="1342facb-9595-4236-92e9-592b08afd82c" providerId="ADAL" clId="{D43EF229-234F-49AB-8CF0-9462C8974556}" dt="2024-10-08T11:58:19.597" v="120" actId="478"/>
          <ac:spMkLst>
            <pc:docMk/>
            <pc:sldMk cId="390307225" sldId="260"/>
            <ac:spMk id="77" creationId="{05571928-25E9-4A03-B244-1CD2DB54312D}"/>
          </ac:spMkLst>
        </pc:spChg>
        <pc:spChg chg="add mod">
          <ac:chgData name="Amir Alizadeh" userId="1342facb-9595-4236-92e9-592b08afd82c" providerId="ADAL" clId="{D43EF229-234F-49AB-8CF0-9462C8974556}" dt="2024-10-08T12:01:36.777" v="155" actId="1076"/>
          <ac:spMkLst>
            <pc:docMk/>
            <pc:sldMk cId="390307225" sldId="260"/>
            <ac:spMk id="80" creationId="{1EDC2C47-CD0C-42C3-9894-83507EAC49D8}"/>
          </ac:spMkLst>
        </pc:spChg>
        <pc:spChg chg="add mod">
          <ac:chgData name="Amir Alizadeh" userId="1342facb-9595-4236-92e9-592b08afd82c" providerId="ADAL" clId="{D43EF229-234F-49AB-8CF0-9462C8974556}" dt="2024-10-08T12:08:34.453" v="217" actId="1076"/>
          <ac:spMkLst>
            <pc:docMk/>
            <pc:sldMk cId="390307225" sldId="260"/>
            <ac:spMk id="84" creationId="{93252E0A-5233-47BA-A7E4-ED20C4C770A7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87" creationId="{7D0FD5EC-C9A6-4042-8CE0-29A196ED7E72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88" creationId="{81114A1C-66B7-47F3-A0BE-1A8CBF222A95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89" creationId="{99DFAAF9-60FA-4B49-9768-6DE7DEBAA7B0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90" creationId="{2B3D6F25-ABD6-4E5C-BFF7-555837A73AAC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91" creationId="{3ED072FB-5402-4EEE-BE68-D290A314F1E5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92" creationId="{73C10DF9-6423-4E32-A90A-B0CD882E745F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93" creationId="{D656352A-7259-41DD-8911-50967B673024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95" creationId="{F7C8069D-BF31-4E59-9CC9-A7A7681FEB97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96" creationId="{59C5F62A-FDE8-47D7-B42B-141D9EE725A8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97" creationId="{E2FE00A6-BF8D-437E-8BD4-326DEDB5EC91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98" creationId="{9034D9A0-E2DC-4755-87A7-270E3A5E0723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100" creationId="{D3094E21-2CFB-4CF3-AF29-4B509CF01603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105" creationId="{12337C81-E7ED-43CC-BD2A-09A86724FE4E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107" creationId="{61558D04-87C6-4341-8D4D-D2F39384AACE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108" creationId="{C9AB0F35-054C-418E-911D-49723A765FDC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111" creationId="{75C66CD0-DDFE-4477-90FC-D2351A60E1F5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112" creationId="{A94034CE-4490-457B-B213-23C71ED3B1A7}"/>
          </ac:spMkLst>
        </pc:spChg>
        <pc:spChg chg="add mod">
          <ac:chgData name="Amir Alizadeh" userId="1342facb-9595-4236-92e9-592b08afd82c" providerId="ADAL" clId="{D43EF229-234F-49AB-8CF0-9462C8974556}" dt="2024-10-08T12:12:36.229" v="266" actId="1076"/>
          <ac:spMkLst>
            <pc:docMk/>
            <pc:sldMk cId="390307225" sldId="260"/>
            <ac:spMk id="113" creationId="{07AA7152-8585-48AF-9329-0846DE739733}"/>
          </ac:spMkLst>
        </pc:spChg>
        <pc:spChg chg="del">
          <ac:chgData name="Amir Alizadeh" userId="1342facb-9595-4236-92e9-592b08afd82c" providerId="ADAL" clId="{D43EF229-234F-49AB-8CF0-9462C8974556}" dt="2024-10-08T11:55:25.396" v="96" actId="478"/>
          <ac:spMkLst>
            <pc:docMk/>
            <pc:sldMk cId="390307225" sldId="260"/>
            <ac:spMk id="119" creationId="{A73FD3E7-5F64-474D-BB06-119B37B6160F}"/>
          </ac:spMkLst>
        </pc:spChg>
        <pc:spChg chg="add mod">
          <ac:chgData name="Amir Alizadeh" userId="1342facb-9595-4236-92e9-592b08afd82c" providerId="ADAL" clId="{D43EF229-234F-49AB-8CF0-9462C8974556}" dt="2024-10-08T12:18:25.189" v="373" actId="1076"/>
          <ac:spMkLst>
            <pc:docMk/>
            <pc:sldMk cId="390307225" sldId="260"/>
            <ac:spMk id="122" creationId="{B1725E9C-B319-48EE-8EFE-F24FFCA601FA}"/>
          </ac:spMkLst>
        </pc:spChg>
        <pc:spChg chg="add del mod">
          <ac:chgData name="Amir Alizadeh" userId="1342facb-9595-4236-92e9-592b08afd82c" providerId="ADAL" clId="{D43EF229-234F-49AB-8CF0-9462C8974556}" dt="2024-10-08T12:05:12.544" v="192" actId="478"/>
          <ac:spMkLst>
            <pc:docMk/>
            <pc:sldMk cId="390307225" sldId="260"/>
            <ac:spMk id="124" creationId="{9D196694-92DB-4354-9E75-B554DE1B500C}"/>
          </ac:spMkLst>
        </pc:spChg>
        <pc:spChg chg="add mod">
          <ac:chgData name="Amir Alizadeh" userId="1342facb-9595-4236-92e9-592b08afd82c" providerId="ADAL" clId="{D43EF229-234F-49AB-8CF0-9462C8974556}" dt="2024-10-08T12:04:50.101" v="189" actId="1076"/>
          <ac:spMkLst>
            <pc:docMk/>
            <pc:sldMk cId="390307225" sldId="260"/>
            <ac:spMk id="125" creationId="{3A786508-AA35-431A-802E-C71150D70B4E}"/>
          </ac:spMkLst>
        </pc:spChg>
        <pc:spChg chg="add mod">
          <ac:chgData name="Amir Alizadeh" userId="1342facb-9595-4236-92e9-592b08afd82c" providerId="ADAL" clId="{D43EF229-234F-49AB-8CF0-9462C8974556}" dt="2024-10-08T12:07:35.205" v="209" actId="1076"/>
          <ac:spMkLst>
            <pc:docMk/>
            <pc:sldMk cId="390307225" sldId="260"/>
            <ac:spMk id="126" creationId="{C8D4ECA4-5A3C-49EB-BB4B-7211A32EE5C5}"/>
          </ac:spMkLst>
        </pc:spChg>
        <pc:spChg chg="add mod">
          <ac:chgData name="Amir Alizadeh" userId="1342facb-9595-4236-92e9-592b08afd82c" providerId="ADAL" clId="{D43EF229-234F-49AB-8CF0-9462C8974556}" dt="2024-10-08T12:18:18.685" v="372" actId="1076"/>
          <ac:spMkLst>
            <pc:docMk/>
            <pc:sldMk cId="390307225" sldId="260"/>
            <ac:spMk id="127" creationId="{2CE11940-3E56-45AD-9117-AA93090D0013}"/>
          </ac:spMkLst>
        </pc:spChg>
        <pc:spChg chg="add mod">
          <ac:chgData name="Amir Alizadeh" userId="1342facb-9595-4236-92e9-592b08afd82c" providerId="ADAL" clId="{D43EF229-234F-49AB-8CF0-9462C8974556}" dt="2024-10-08T12:10:03.917" v="236" actId="1076"/>
          <ac:spMkLst>
            <pc:docMk/>
            <pc:sldMk cId="390307225" sldId="260"/>
            <ac:spMk id="169" creationId="{E5EC15C9-D36D-4E6E-AABB-9D1CED964C26}"/>
          </ac:spMkLst>
        </pc:spChg>
        <pc:spChg chg="add mod">
          <ac:chgData name="Amir Alizadeh" userId="1342facb-9595-4236-92e9-592b08afd82c" providerId="ADAL" clId="{D43EF229-234F-49AB-8CF0-9462C8974556}" dt="2024-10-08T12:16:18.725" v="311" actId="1076"/>
          <ac:spMkLst>
            <pc:docMk/>
            <pc:sldMk cId="390307225" sldId="260"/>
            <ac:spMk id="183" creationId="{E65FB31E-C401-45EF-953E-187D844F5799}"/>
          </ac:spMkLst>
        </pc:spChg>
        <pc:spChg chg="add mod">
          <ac:chgData name="Amir Alizadeh" userId="1342facb-9595-4236-92e9-592b08afd82c" providerId="ADAL" clId="{D43EF229-234F-49AB-8CF0-9462C8974556}" dt="2024-10-08T12:57:39.429" v="670"/>
          <ac:spMkLst>
            <pc:docMk/>
            <pc:sldMk cId="390307225" sldId="260"/>
            <ac:spMk id="199" creationId="{60632796-D035-4F4D-A4D0-5B41DA88C485}"/>
          </ac:spMkLst>
        </pc:spChg>
        <pc:spChg chg="add mod">
          <ac:chgData name="Amir Alizadeh" userId="1342facb-9595-4236-92e9-592b08afd82c" providerId="ADAL" clId="{D43EF229-234F-49AB-8CF0-9462C8974556}" dt="2024-10-08T12:15:32.445" v="304" actId="1076"/>
          <ac:spMkLst>
            <pc:docMk/>
            <pc:sldMk cId="390307225" sldId="260"/>
            <ac:spMk id="217" creationId="{B04AE934-A49F-4201-BE72-33F1E689EF37}"/>
          </ac:spMkLst>
        </pc:spChg>
        <pc:spChg chg="add mod">
          <ac:chgData name="Amir Alizadeh" userId="1342facb-9595-4236-92e9-592b08afd82c" providerId="ADAL" clId="{D43EF229-234F-49AB-8CF0-9462C8974556}" dt="2024-10-08T12:15:05.797" v="295" actId="1076"/>
          <ac:spMkLst>
            <pc:docMk/>
            <pc:sldMk cId="390307225" sldId="260"/>
            <ac:spMk id="218" creationId="{3554113F-FEC4-407D-BA03-F1F8DAD35F87}"/>
          </ac:spMkLst>
        </pc:spChg>
        <pc:spChg chg="add mod">
          <ac:chgData name="Amir Alizadeh" userId="1342facb-9595-4236-92e9-592b08afd82c" providerId="ADAL" clId="{D43EF229-234F-49AB-8CF0-9462C8974556}" dt="2024-10-08T12:15:09.997" v="297" actId="1076"/>
          <ac:spMkLst>
            <pc:docMk/>
            <pc:sldMk cId="390307225" sldId="260"/>
            <ac:spMk id="219" creationId="{1F7D98AB-F8D0-457F-8602-A8B3B049A8F1}"/>
          </ac:spMkLst>
        </pc:spChg>
        <pc:spChg chg="add mod">
          <ac:chgData name="Amir Alizadeh" userId="1342facb-9595-4236-92e9-592b08afd82c" providerId="ADAL" clId="{D43EF229-234F-49AB-8CF0-9462C8974556}" dt="2024-10-08T12:14:07.301" v="282" actId="1076"/>
          <ac:spMkLst>
            <pc:docMk/>
            <pc:sldMk cId="390307225" sldId="260"/>
            <ac:spMk id="220" creationId="{ECD2FE66-4DC1-4DB1-A933-375F9A1419A0}"/>
          </ac:spMkLst>
        </pc:spChg>
        <pc:spChg chg="add mod">
          <ac:chgData name="Amir Alizadeh" userId="1342facb-9595-4236-92e9-592b08afd82c" providerId="ADAL" clId="{D43EF229-234F-49AB-8CF0-9462C8974556}" dt="2024-10-08T12:17:06.633" v="328" actId="20577"/>
          <ac:spMkLst>
            <pc:docMk/>
            <pc:sldMk cId="390307225" sldId="260"/>
            <ac:spMk id="265" creationId="{A84861F0-1A38-40D7-82EE-B6B937F8B1C9}"/>
          </ac:spMkLst>
        </pc:spChg>
        <pc:spChg chg="del">
          <ac:chgData name="Amir Alizadeh" userId="1342facb-9595-4236-92e9-592b08afd82c" providerId="ADAL" clId="{D43EF229-234F-49AB-8CF0-9462C8974556}" dt="2024-10-08T11:54:45.313" v="94" actId="478"/>
          <ac:spMkLst>
            <pc:docMk/>
            <pc:sldMk cId="390307225" sldId="260"/>
            <ac:spMk id="626" creationId="{6994D031-9DF2-4AD1-9584-94F44881B6B5}"/>
          </ac:spMkLst>
        </pc:spChg>
        <pc:spChg chg="del">
          <ac:chgData name="Amir Alizadeh" userId="1342facb-9595-4236-92e9-592b08afd82c" providerId="ADAL" clId="{D43EF229-234F-49AB-8CF0-9462C8974556}" dt="2024-10-08T11:54:45.313" v="94" actId="478"/>
          <ac:spMkLst>
            <pc:docMk/>
            <pc:sldMk cId="390307225" sldId="260"/>
            <ac:spMk id="627" creationId="{CE4345FD-7FC9-4B1B-931D-FAF777C4A308}"/>
          </ac:spMkLst>
        </pc:spChg>
        <pc:spChg chg="del">
          <ac:chgData name="Amir Alizadeh" userId="1342facb-9595-4236-92e9-592b08afd82c" providerId="ADAL" clId="{D43EF229-234F-49AB-8CF0-9462C8974556}" dt="2024-10-08T11:54:45.313" v="94" actId="478"/>
          <ac:spMkLst>
            <pc:docMk/>
            <pc:sldMk cId="390307225" sldId="260"/>
            <ac:spMk id="628" creationId="{547C7883-5BC6-448C-9C58-8B50A5C49E51}"/>
          </ac:spMkLst>
        </pc:spChg>
        <pc:spChg chg="del">
          <ac:chgData name="Amir Alizadeh" userId="1342facb-9595-4236-92e9-592b08afd82c" providerId="ADAL" clId="{D43EF229-234F-49AB-8CF0-9462C8974556}" dt="2024-10-08T11:54:45.313" v="94" actId="478"/>
          <ac:spMkLst>
            <pc:docMk/>
            <pc:sldMk cId="390307225" sldId="260"/>
            <ac:spMk id="633" creationId="{BED88A42-46AE-4716-A1AF-876A24D012AF}"/>
          </ac:spMkLst>
        </pc:spChg>
        <pc:cxnChg chg="add mod">
          <ac:chgData name="Amir Alizadeh" userId="1342facb-9595-4236-92e9-592b08afd82c" providerId="ADAL" clId="{D43EF229-234F-49AB-8CF0-9462C8974556}" dt="2024-10-08T12:08:11.213" v="213" actId="1076"/>
          <ac:cxnSpMkLst>
            <pc:docMk/>
            <pc:sldMk cId="390307225" sldId="260"/>
            <ac:cxnSpMk id="62" creationId="{9F9B3EC7-8953-4B7F-98A1-603816C3087C}"/>
          </ac:cxnSpMkLst>
        </pc:cxnChg>
        <pc:cxnChg chg="add mod">
          <ac:chgData name="Amir Alizadeh" userId="1342facb-9595-4236-92e9-592b08afd82c" providerId="ADAL" clId="{D43EF229-234F-49AB-8CF0-9462C8974556}" dt="2024-10-08T12:16:40.076" v="312" actId="20577"/>
          <ac:cxnSpMkLst>
            <pc:docMk/>
            <pc:sldMk cId="390307225" sldId="260"/>
            <ac:cxnSpMk id="63" creationId="{4A0137C2-66CC-4D93-836E-C8D45B2E36A2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64" creationId="{F0769D43-3230-4BF7-A424-ADCBEFE0231B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65" creationId="{97990155-CDFB-4549-BAC6-B2F3AD7FBE4B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66" creationId="{6F97927A-7D14-4E98-8F27-1108AC161BBE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67" creationId="{7AFBAC91-445F-4050-BED0-376C729C7578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68" creationId="{44A35C3A-3BD6-4586-A8AA-7036A3BA7FF3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69" creationId="{0FFF1F8F-91C0-46BC-907B-30CB5D4975B9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70" creationId="{CDCFBCAF-F956-4EAE-935D-0030F5210EE8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71" creationId="{5A9E3982-ED26-4709-9009-17B526F0960E}"/>
          </ac:cxnSpMkLst>
        </pc:cxnChg>
        <pc:cxnChg chg="add mod">
          <ac:chgData name="Amir Alizadeh" userId="1342facb-9595-4236-92e9-592b08afd82c" providerId="ADAL" clId="{D43EF229-234F-49AB-8CF0-9462C8974556}" dt="2024-10-08T12:04:38.430" v="185" actId="1076"/>
          <ac:cxnSpMkLst>
            <pc:docMk/>
            <pc:sldMk cId="390307225" sldId="260"/>
            <ac:cxnSpMk id="72" creationId="{777EF27B-B243-4B77-B531-16EA7A7B1BC5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73" creationId="{09DA761F-AC2D-49F4-BB13-AFFAAEB22A3A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75" creationId="{54AEA070-4E9B-4C10-BE0F-068367A6005A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76" creationId="{374105EB-4E8E-4363-8598-98B499566DF8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78" creationId="{DAAEECAC-5DCD-460B-A292-62F577ADAAB7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79" creationId="{6441A325-AF84-48B4-B123-50D733381FFF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81" creationId="{89E420B6-29C3-4CC2-96DE-E202D1821D48}"/>
          </ac:cxnSpMkLst>
        </pc:cxnChg>
        <pc:cxnChg chg="add mod">
          <ac:chgData name="Amir Alizadeh" userId="1342facb-9595-4236-92e9-592b08afd82c" providerId="ADAL" clId="{D43EF229-234F-49AB-8CF0-9462C8974556}" dt="2024-10-08T12:16:40.076" v="312" actId="20577"/>
          <ac:cxnSpMkLst>
            <pc:docMk/>
            <pc:sldMk cId="390307225" sldId="260"/>
            <ac:cxnSpMk id="82" creationId="{933195F6-DFEA-40AB-9270-3E3DAB9FF81E}"/>
          </ac:cxnSpMkLst>
        </pc:cxnChg>
        <pc:cxnChg chg="add mod">
          <ac:chgData name="Amir Alizadeh" userId="1342facb-9595-4236-92e9-592b08afd82c" providerId="ADAL" clId="{D43EF229-234F-49AB-8CF0-9462C8974556}" dt="2024-10-08T12:04:38.430" v="185" actId="1076"/>
          <ac:cxnSpMkLst>
            <pc:docMk/>
            <pc:sldMk cId="390307225" sldId="260"/>
            <ac:cxnSpMk id="83" creationId="{5F5A8DE0-E6C4-47EF-B1FE-36040BDD8700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85" creationId="{BE98B351-97C0-45B8-ACB6-024582D198C3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86" creationId="{6F43F0F6-1A66-4339-97A0-422332AF0CBE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94" creationId="{DBC164D4-EA37-4115-A2E5-9CF59E1A83E0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99" creationId="{21E23ADE-6F21-4685-A9FC-AEC288737047}"/>
          </ac:cxnSpMkLst>
        </pc:cxnChg>
        <pc:cxnChg chg="add mod">
          <ac:chgData name="Amir Alizadeh" userId="1342facb-9595-4236-92e9-592b08afd82c" providerId="ADAL" clId="{D43EF229-234F-49AB-8CF0-9462C8974556}" dt="2024-10-08T12:08:34.453" v="217" actId="1076"/>
          <ac:cxnSpMkLst>
            <pc:docMk/>
            <pc:sldMk cId="390307225" sldId="260"/>
            <ac:cxnSpMk id="101" creationId="{6E33C0BE-9C28-459B-B5D8-96204AEB811C}"/>
          </ac:cxnSpMkLst>
        </pc:cxnChg>
        <pc:cxnChg chg="add mod">
          <ac:chgData name="Amir Alizadeh" userId="1342facb-9595-4236-92e9-592b08afd82c" providerId="ADAL" clId="{D43EF229-234F-49AB-8CF0-9462C8974556}" dt="2024-10-08T12:08:34.453" v="217" actId="1076"/>
          <ac:cxnSpMkLst>
            <pc:docMk/>
            <pc:sldMk cId="390307225" sldId="260"/>
            <ac:cxnSpMk id="102" creationId="{9834D423-0EFE-4F3C-84FE-892AB36E4CD1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03" creationId="{F4B37B94-EFB7-41ED-A974-1E73068229CF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04" creationId="{74160301-96E3-4AF7-992E-0B2FDCD9D436}"/>
          </ac:cxnSpMkLst>
        </pc:cxnChg>
        <pc:cxnChg chg="add mod">
          <ac:chgData name="Amir Alizadeh" userId="1342facb-9595-4236-92e9-592b08afd82c" providerId="ADAL" clId="{D43EF229-234F-49AB-8CF0-9462C8974556}" dt="2024-10-08T12:12:36.229" v="266" actId="1076"/>
          <ac:cxnSpMkLst>
            <pc:docMk/>
            <pc:sldMk cId="390307225" sldId="260"/>
            <ac:cxnSpMk id="106" creationId="{CBD9F5C6-2DDE-41F6-955B-D55F85F02B4C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09" creationId="{A019BC9A-2067-4B6E-9401-320F97D3FB11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10" creationId="{143B4FCE-DEDA-4535-B8F9-94D5A2543E56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14" creationId="{00CE4376-3FD1-4707-BB8B-F6AFA0EAB29C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15" creationId="{68AF1C69-52E4-42F7-86E6-7B2A7CE0CFA0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16" creationId="{48E21A51-D0CE-445A-8FA2-D3F8F610D143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17" creationId="{0611A4EF-9FC0-4C12-955D-42B5EBF24A67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18" creationId="{E77C3D00-114F-4666-997D-6E4EC1B77A54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20" creationId="{F0B9275E-C538-4412-BF2F-3431D980063D}"/>
          </ac:cxnSpMkLst>
        </pc:cxnChg>
        <pc:cxnChg chg="del mod">
          <ac:chgData name="Amir Alizadeh" userId="1342facb-9595-4236-92e9-592b08afd82c" providerId="ADAL" clId="{D43EF229-234F-49AB-8CF0-9462C8974556}" dt="2024-10-08T11:55:25.396" v="96" actId="478"/>
          <ac:cxnSpMkLst>
            <pc:docMk/>
            <pc:sldMk cId="390307225" sldId="260"/>
            <ac:cxnSpMk id="121" creationId="{12C62B97-DDAD-41ED-A3EB-0F42A0D3659D}"/>
          </ac:cxnSpMkLst>
        </pc:cxnChg>
        <pc:cxnChg chg="add mod">
          <ac:chgData name="Amir Alizadeh" userId="1342facb-9595-4236-92e9-592b08afd82c" providerId="ADAL" clId="{D43EF229-234F-49AB-8CF0-9462C8974556}" dt="2024-10-08T12:18:25.189" v="373" actId="1076"/>
          <ac:cxnSpMkLst>
            <pc:docMk/>
            <pc:sldMk cId="390307225" sldId="260"/>
            <ac:cxnSpMk id="123" creationId="{B6E60972-7233-4A11-AA5C-EEDB305F624D}"/>
          </ac:cxnSpMkLst>
        </pc:cxnChg>
        <pc:cxnChg chg="add mod">
          <ac:chgData name="Amir Alizadeh" userId="1342facb-9595-4236-92e9-592b08afd82c" providerId="ADAL" clId="{D43EF229-234F-49AB-8CF0-9462C8974556}" dt="2024-10-08T12:12:39.460" v="267" actId="14100"/>
          <ac:cxnSpMkLst>
            <pc:docMk/>
            <pc:sldMk cId="390307225" sldId="260"/>
            <ac:cxnSpMk id="128" creationId="{AF1519D8-4B61-40B4-9D25-8AB44853247C}"/>
          </ac:cxnSpMkLst>
        </pc:cxnChg>
        <pc:cxnChg chg="add mod">
          <ac:chgData name="Amir Alizadeh" userId="1342facb-9595-4236-92e9-592b08afd82c" providerId="ADAL" clId="{D43EF229-234F-49AB-8CF0-9462C8974556}" dt="2024-10-08T12:18:25.189" v="373" actId="1076"/>
          <ac:cxnSpMkLst>
            <pc:docMk/>
            <pc:sldMk cId="390307225" sldId="260"/>
            <ac:cxnSpMk id="129" creationId="{E2AB73D0-096C-474B-BA47-6BE270115C2F}"/>
          </ac:cxnSpMkLst>
        </pc:cxnChg>
        <pc:cxnChg chg="add mod">
          <ac:chgData name="Amir Alizadeh" userId="1342facb-9595-4236-92e9-592b08afd82c" providerId="ADAL" clId="{D43EF229-234F-49AB-8CF0-9462C8974556}" dt="2024-10-08T12:18:18.685" v="372" actId="1076"/>
          <ac:cxnSpMkLst>
            <pc:docMk/>
            <pc:sldMk cId="390307225" sldId="260"/>
            <ac:cxnSpMk id="130" creationId="{F6B36218-D438-4107-A6F3-B0585877203E}"/>
          </ac:cxnSpMkLst>
        </pc:cxnChg>
        <pc:cxnChg chg="add mod">
          <ac:chgData name="Amir Alizadeh" userId="1342facb-9595-4236-92e9-592b08afd82c" providerId="ADAL" clId="{D43EF229-234F-49AB-8CF0-9462C8974556}" dt="2024-10-08T12:18:18.685" v="372" actId="1076"/>
          <ac:cxnSpMkLst>
            <pc:docMk/>
            <pc:sldMk cId="390307225" sldId="260"/>
            <ac:cxnSpMk id="139" creationId="{FA2D81C7-EBA3-48D3-AFB5-A700963C80D0}"/>
          </ac:cxnSpMkLst>
        </pc:cxnChg>
        <pc:cxnChg chg="add mod">
          <ac:chgData name="Amir Alizadeh" userId="1342facb-9595-4236-92e9-592b08afd82c" providerId="ADAL" clId="{D43EF229-234F-49AB-8CF0-9462C8974556}" dt="2024-10-08T12:18:25.189" v="373" actId="1076"/>
          <ac:cxnSpMkLst>
            <pc:docMk/>
            <pc:sldMk cId="390307225" sldId="260"/>
            <ac:cxnSpMk id="142" creationId="{467DBA89-3388-47DC-86C3-9B5BE0245FE0}"/>
          </ac:cxnSpMkLst>
        </pc:cxnChg>
        <pc:cxnChg chg="add mod">
          <ac:chgData name="Amir Alizadeh" userId="1342facb-9595-4236-92e9-592b08afd82c" providerId="ADAL" clId="{D43EF229-234F-49AB-8CF0-9462C8974556}" dt="2024-10-08T12:18:25.189" v="373" actId="1076"/>
          <ac:cxnSpMkLst>
            <pc:docMk/>
            <pc:sldMk cId="390307225" sldId="260"/>
            <ac:cxnSpMk id="151" creationId="{B772D972-6632-4F3F-BB34-16C94B72475C}"/>
          </ac:cxnSpMkLst>
        </pc:cxnChg>
        <pc:cxnChg chg="add mod">
          <ac:chgData name="Amir Alizadeh" userId="1342facb-9595-4236-92e9-592b08afd82c" providerId="ADAL" clId="{D43EF229-234F-49AB-8CF0-9462C8974556}" dt="2024-10-08T12:09:09.869" v="221" actId="14100"/>
          <ac:cxnSpMkLst>
            <pc:docMk/>
            <pc:sldMk cId="390307225" sldId="260"/>
            <ac:cxnSpMk id="166" creationId="{3A0877F5-7350-4BB2-994F-18278A8F6E87}"/>
          </ac:cxnSpMkLst>
        </pc:cxnChg>
        <pc:cxnChg chg="add mod">
          <ac:chgData name="Amir Alizadeh" userId="1342facb-9595-4236-92e9-592b08afd82c" providerId="ADAL" clId="{D43EF229-234F-49AB-8CF0-9462C8974556}" dt="2024-10-08T12:10:03.917" v="236" actId="1076"/>
          <ac:cxnSpMkLst>
            <pc:docMk/>
            <pc:sldMk cId="390307225" sldId="260"/>
            <ac:cxnSpMk id="170" creationId="{1263FE9B-7698-428A-8C72-F90E6526DA6C}"/>
          </ac:cxnSpMkLst>
        </pc:cxnChg>
        <pc:cxnChg chg="add mod">
          <ac:chgData name="Amir Alizadeh" userId="1342facb-9595-4236-92e9-592b08afd82c" providerId="ADAL" clId="{D43EF229-234F-49AB-8CF0-9462C8974556}" dt="2024-10-08T12:10:03.917" v="236" actId="1076"/>
          <ac:cxnSpMkLst>
            <pc:docMk/>
            <pc:sldMk cId="390307225" sldId="260"/>
            <ac:cxnSpMk id="171" creationId="{CA49D9FC-C41D-4735-B57E-0AB4FB414245}"/>
          </ac:cxnSpMkLst>
        </pc:cxnChg>
        <pc:cxnChg chg="add mod">
          <ac:chgData name="Amir Alizadeh" userId="1342facb-9595-4236-92e9-592b08afd82c" providerId="ADAL" clId="{D43EF229-234F-49AB-8CF0-9462C8974556}" dt="2024-10-08T12:16:18.725" v="311" actId="1076"/>
          <ac:cxnSpMkLst>
            <pc:docMk/>
            <pc:sldMk cId="390307225" sldId="260"/>
            <ac:cxnSpMk id="184" creationId="{3D60776C-0410-4C36-A8F4-BE2957ED7860}"/>
          </ac:cxnSpMkLst>
        </pc:cxnChg>
        <pc:cxnChg chg="add mod">
          <ac:chgData name="Amir Alizadeh" userId="1342facb-9595-4236-92e9-592b08afd82c" providerId="ADAL" clId="{D43EF229-234F-49AB-8CF0-9462C8974556}" dt="2024-10-08T12:57:39.429" v="670"/>
          <ac:cxnSpMkLst>
            <pc:docMk/>
            <pc:sldMk cId="390307225" sldId="260"/>
            <ac:cxnSpMk id="187" creationId="{36F69EE8-60C2-4330-9782-4BB8C5DEE8BC}"/>
          </ac:cxnSpMkLst>
        </pc:cxnChg>
        <pc:cxnChg chg="add mod">
          <ac:chgData name="Amir Alizadeh" userId="1342facb-9595-4236-92e9-592b08afd82c" providerId="ADAL" clId="{D43EF229-234F-49AB-8CF0-9462C8974556}" dt="2024-10-08T12:16:18.725" v="311" actId="1076"/>
          <ac:cxnSpMkLst>
            <pc:docMk/>
            <pc:sldMk cId="390307225" sldId="260"/>
            <ac:cxnSpMk id="188" creationId="{D3DF08DD-2D58-46B3-8672-B0992E19B34D}"/>
          </ac:cxnSpMkLst>
        </pc:cxnChg>
        <pc:cxnChg chg="add mod">
          <ac:chgData name="Amir Alizadeh" userId="1342facb-9595-4236-92e9-592b08afd82c" providerId="ADAL" clId="{D43EF229-234F-49AB-8CF0-9462C8974556}" dt="2024-10-08T12:18:18.685" v="372" actId="1076"/>
          <ac:cxnSpMkLst>
            <pc:docMk/>
            <pc:sldMk cId="390307225" sldId="260"/>
            <ac:cxnSpMk id="189" creationId="{A977D39E-4645-49DF-84CB-504751DD966A}"/>
          </ac:cxnSpMkLst>
        </pc:cxnChg>
        <pc:cxnChg chg="add mod">
          <ac:chgData name="Amir Alizadeh" userId="1342facb-9595-4236-92e9-592b08afd82c" providerId="ADAL" clId="{D43EF229-234F-49AB-8CF0-9462C8974556}" dt="2024-10-08T12:16:18.725" v="311" actId="1076"/>
          <ac:cxnSpMkLst>
            <pc:docMk/>
            <pc:sldMk cId="390307225" sldId="260"/>
            <ac:cxnSpMk id="190" creationId="{58C90BD5-1BBB-441C-BC75-0458B5561E95}"/>
          </ac:cxnSpMkLst>
        </pc:cxnChg>
        <pc:cxnChg chg="add mod">
          <ac:chgData name="Amir Alizadeh" userId="1342facb-9595-4236-92e9-592b08afd82c" providerId="ADAL" clId="{D43EF229-234F-49AB-8CF0-9462C8974556}" dt="2024-10-08T12:57:39.429" v="670"/>
          <ac:cxnSpMkLst>
            <pc:docMk/>
            <pc:sldMk cId="390307225" sldId="260"/>
            <ac:cxnSpMk id="202" creationId="{8E16C7E0-6842-4F2D-B602-BCDD5DDB5240}"/>
          </ac:cxnSpMkLst>
        </pc:cxnChg>
        <pc:cxnChg chg="add mod">
          <ac:chgData name="Amir Alizadeh" userId="1342facb-9595-4236-92e9-592b08afd82c" providerId="ADAL" clId="{D43EF229-234F-49AB-8CF0-9462C8974556}" dt="2024-10-08T12:15:35.133" v="305" actId="14100"/>
          <ac:cxnSpMkLst>
            <pc:docMk/>
            <pc:sldMk cId="390307225" sldId="260"/>
            <ac:cxnSpMk id="231" creationId="{CE0F2808-BAF8-4C2A-978C-05501009832B}"/>
          </ac:cxnSpMkLst>
        </pc:cxnChg>
        <pc:cxnChg chg="add mod">
          <ac:chgData name="Amir Alizadeh" userId="1342facb-9595-4236-92e9-592b08afd82c" providerId="ADAL" clId="{D43EF229-234F-49AB-8CF0-9462C8974556}" dt="2024-10-08T12:15:05.797" v="295" actId="1076"/>
          <ac:cxnSpMkLst>
            <pc:docMk/>
            <pc:sldMk cId="390307225" sldId="260"/>
            <ac:cxnSpMk id="235" creationId="{C9D145A7-7132-4C8A-A507-C64DF5AC4655}"/>
          </ac:cxnSpMkLst>
        </pc:cxnChg>
        <pc:cxnChg chg="add mod">
          <ac:chgData name="Amir Alizadeh" userId="1342facb-9595-4236-92e9-592b08afd82c" providerId="ADAL" clId="{D43EF229-234F-49AB-8CF0-9462C8974556}" dt="2024-10-08T12:16:04.342" v="310" actId="208"/>
          <ac:cxnSpMkLst>
            <pc:docMk/>
            <pc:sldMk cId="390307225" sldId="260"/>
            <ac:cxnSpMk id="236" creationId="{6359C0EC-565D-42E7-8CAC-0D9475BF42E1}"/>
          </ac:cxnSpMkLst>
        </pc:cxnChg>
        <pc:cxnChg chg="add mod">
          <ac:chgData name="Amir Alizadeh" userId="1342facb-9595-4236-92e9-592b08afd82c" providerId="ADAL" clId="{D43EF229-234F-49AB-8CF0-9462C8974556}" dt="2024-10-08T12:15:37.804" v="306" actId="14100"/>
          <ac:cxnSpMkLst>
            <pc:docMk/>
            <pc:sldMk cId="390307225" sldId="260"/>
            <ac:cxnSpMk id="237" creationId="{6FF161F8-8FEB-4B15-8644-7D19AE69DE15}"/>
          </ac:cxnSpMkLst>
        </pc:cxnChg>
        <pc:cxnChg chg="add mod">
          <ac:chgData name="Amir Alizadeh" userId="1342facb-9595-4236-92e9-592b08afd82c" providerId="ADAL" clId="{D43EF229-234F-49AB-8CF0-9462C8974556}" dt="2024-10-08T12:15:09.997" v="297" actId="1076"/>
          <ac:cxnSpMkLst>
            <pc:docMk/>
            <pc:sldMk cId="390307225" sldId="260"/>
            <ac:cxnSpMk id="238" creationId="{041ECA69-6A89-40EC-BCA8-B2540BAC8A86}"/>
          </ac:cxnSpMkLst>
        </pc:cxnChg>
        <pc:cxnChg chg="del mod">
          <ac:chgData name="Amir Alizadeh" userId="1342facb-9595-4236-92e9-592b08afd82c" providerId="ADAL" clId="{D43EF229-234F-49AB-8CF0-9462C8974556}" dt="2024-10-08T11:54:45.313" v="94" actId="478"/>
          <ac:cxnSpMkLst>
            <pc:docMk/>
            <pc:sldMk cId="390307225" sldId="260"/>
            <ac:cxnSpMk id="629" creationId="{782460BA-83F3-4A9B-B364-08A264F4A5D0}"/>
          </ac:cxnSpMkLst>
        </pc:cxnChg>
        <pc:cxnChg chg="del mod">
          <ac:chgData name="Amir Alizadeh" userId="1342facb-9595-4236-92e9-592b08afd82c" providerId="ADAL" clId="{D43EF229-234F-49AB-8CF0-9462C8974556}" dt="2024-10-08T11:54:45.313" v="94" actId="478"/>
          <ac:cxnSpMkLst>
            <pc:docMk/>
            <pc:sldMk cId="390307225" sldId="260"/>
            <ac:cxnSpMk id="630" creationId="{A4A81966-9C67-4E17-9456-735AD9D9CD4B}"/>
          </ac:cxnSpMkLst>
        </pc:cxnChg>
        <pc:cxnChg chg="del mod">
          <ac:chgData name="Amir Alizadeh" userId="1342facb-9595-4236-92e9-592b08afd82c" providerId="ADAL" clId="{D43EF229-234F-49AB-8CF0-9462C8974556}" dt="2024-10-08T11:54:45.313" v="94" actId="478"/>
          <ac:cxnSpMkLst>
            <pc:docMk/>
            <pc:sldMk cId="390307225" sldId="260"/>
            <ac:cxnSpMk id="631" creationId="{1550D4E6-5603-44AF-9EDB-0C165F0C4BA0}"/>
          </ac:cxnSpMkLst>
        </pc:cxnChg>
        <pc:cxnChg chg="del mod">
          <ac:chgData name="Amir Alizadeh" userId="1342facb-9595-4236-92e9-592b08afd82c" providerId="ADAL" clId="{D43EF229-234F-49AB-8CF0-9462C8974556}" dt="2024-10-08T11:54:45.313" v="94" actId="478"/>
          <ac:cxnSpMkLst>
            <pc:docMk/>
            <pc:sldMk cId="390307225" sldId="260"/>
            <ac:cxnSpMk id="632" creationId="{0FDBC7C0-DCAF-4DB8-A0D3-7C1FFAFF8ADB}"/>
          </ac:cxnSpMkLst>
        </pc:cxnChg>
      </pc:sldChg>
      <pc:sldChg chg="addSp delSp modSp add del mod">
        <pc:chgData name="Amir Alizadeh" userId="1342facb-9595-4236-92e9-592b08afd82c" providerId="ADAL" clId="{D43EF229-234F-49AB-8CF0-9462C8974556}" dt="2024-10-08T12:45:41.919" v="567" actId="47"/>
        <pc:sldMkLst>
          <pc:docMk/>
          <pc:sldMk cId="949133681" sldId="261"/>
        </pc:sldMkLst>
        <pc:spChg chg="add del">
          <ac:chgData name="Amir Alizadeh" userId="1342facb-9595-4236-92e9-592b08afd82c" providerId="ADAL" clId="{D43EF229-234F-49AB-8CF0-9462C8974556}" dt="2024-10-08T12:10:23.874" v="238" actId="21"/>
          <ac:spMkLst>
            <pc:docMk/>
            <pc:sldMk cId="949133681" sldId="261"/>
            <ac:spMk id="95" creationId="{F7C8069D-BF31-4E59-9CC9-A7A7681FEB97}"/>
          </ac:spMkLst>
        </pc:spChg>
        <pc:cxnChg chg="del mod">
          <ac:chgData name="Amir Alizadeh" userId="1342facb-9595-4236-92e9-592b08afd82c" providerId="ADAL" clId="{D43EF229-234F-49AB-8CF0-9462C8974556}" dt="2024-10-08T12:11:59.565" v="257" actId="21"/>
          <ac:cxnSpMkLst>
            <pc:docMk/>
            <pc:sldMk cId="949133681" sldId="261"/>
            <ac:cxnSpMk id="64" creationId="{F0769D43-3230-4BF7-A424-ADCBEFE0231B}"/>
          </ac:cxnSpMkLst>
        </pc:cxnChg>
        <pc:cxnChg chg="del mod">
          <ac:chgData name="Amir Alizadeh" userId="1342facb-9595-4236-92e9-592b08afd82c" providerId="ADAL" clId="{D43EF229-234F-49AB-8CF0-9462C8974556}" dt="2024-10-08T11:59:26.425" v="131" actId="478"/>
          <ac:cxnSpMkLst>
            <pc:docMk/>
            <pc:sldMk cId="949133681" sldId="261"/>
            <ac:cxnSpMk id="65" creationId="{97990155-CDFB-4549-BAC6-B2F3AD7FBE4B}"/>
          </ac:cxnSpMkLst>
        </pc:cxnChg>
        <pc:cxnChg chg="del mod">
          <ac:chgData name="Amir Alizadeh" userId="1342facb-9595-4236-92e9-592b08afd82c" providerId="ADAL" clId="{D43EF229-234F-49AB-8CF0-9462C8974556}" dt="2024-10-08T12:03:59.331" v="171" actId="21"/>
          <ac:cxnSpMkLst>
            <pc:docMk/>
            <pc:sldMk cId="949133681" sldId="261"/>
            <ac:cxnSpMk id="66" creationId="{6F97927A-7D14-4E98-8F27-1108AC161BBE}"/>
          </ac:cxnSpMkLst>
        </pc:cxnChg>
        <pc:cxnChg chg="del mod">
          <ac:chgData name="Amir Alizadeh" userId="1342facb-9595-4236-92e9-592b08afd82c" providerId="ADAL" clId="{D43EF229-234F-49AB-8CF0-9462C8974556}" dt="2024-10-08T12:03:59.331" v="171" actId="21"/>
          <ac:cxnSpMkLst>
            <pc:docMk/>
            <pc:sldMk cId="949133681" sldId="261"/>
            <ac:cxnSpMk id="67" creationId="{7AFBAC91-445F-4050-BED0-376C729C7578}"/>
          </ac:cxnSpMkLst>
        </pc:cxnChg>
        <pc:cxnChg chg="del mod">
          <ac:chgData name="Amir Alizadeh" userId="1342facb-9595-4236-92e9-592b08afd82c" providerId="ADAL" clId="{D43EF229-234F-49AB-8CF0-9462C8974556}" dt="2024-10-08T12:00:27.436" v="142" actId="478"/>
          <ac:cxnSpMkLst>
            <pc:docMk/>
            <pc:sldMk cId="949133681" sldId="261"/>
            <ac:cxnSpMk id="68" creationId="{44A35C3A-3BD6-4586-A8AA-7036A3BA7FF3}"/>
          </ac:cxnSpMkLst>
        </pc:cxnChg>
        <pc:cxnChg chg="del mod">
          <ac:chgData name="Amir Alizadeh" userId="1342facb-9595-4236-92e9-592b08afd82c" providerId="ADAL" clId="{D43EF229-234F-49AB-8CF0-9462C8974556}" dt="2024-10-08T12:00:43.658" v="143" actId="21"/>
          <ac:cxnSpMkLst>
            <pc:docMk/>
            <pc:sldMk cId="949133681" sldId="261"/>
            <ac:cxnSpMk id="69" creationId="{0FFF1F8F-91C0-46BC-907B-30CB5D4975B9}"/>
          </ac:cxnSpMkLst>
        </pc:cxnChg>
        <pc:cxnChg chg="del mod">
          <ac:chgData name="Amir Alizadeh" userId="1342facb-9595-4236-92e9-592b08afd82c" providerId="ADAL" clId="{D43EF229-234F-49AB-8CF0-9462C8974556}" dt="2024-10-08T12:09:39.505" v="225" actId="21"/>
          <ac:cxnSpMkLst>
            <pc:docMk/>
            <pc:sldMk cId="949133681" sldId="261"/>
            <ac:cxnSpMk id="70" creationId="{CDCFBCAF-F956-4EAE-935D-0030F5210EE8}"/>
          </ac:cxnSpMkLst>
        </pc:cxnChg>
        <pc:cxnChg chg="del mod">
          <ac:chgData name="Amir Alizadeh" userId="1342facb-9595-4236-92e9-592b08afd82c" providerId="ADAL" clId="{D43EF229-234F-49AB-8CF0-9462C8974556}" dt="2024-10-08T12:09:17.888" v="222" actId="478"/>
          <ac:cxnSpMkLst>
            <pc:docMk/>
            <pc:sldMk cId="949133681" sldId="261"/>
            <ac:cxnSpMk id="71" creationId="{5A9E3982-ED26-4709-9009-17B526F0960E}"/>
          </ac:cxnSpMkLst>
        </pc:cxnChg>
        <pc:cxnChg chg="del mod">
          <ac:chgData name="Amir Alizadeh" userId="1342facb-9595-4236-92e9-592b08afd82c" providerId="ADAL" clId="{D43EF229-234F-49AB-8CF0-9462C8974556}" dt="2024-10-08T12:10:58.211" v="246" actId="21"/>
          <ac:cxnSpMkLst>
            <pc:docMk/>
            <pc:sldMk cId="949133681" sldId="261"/>
            <ac:cxnSpMk id="73" creationId="{09DA761F-AC2D-49F4-BB13-AFFAAEB22A3A}"/>
          </ac:cxnSpMkLst>
        </pc:cxnChg>
        <pc:cxnChg chg="del mod">
          <ac:chgData name="Amir Alizadeh" userId="1342facb-9595-4236-92e9-592b08afd82c" providerId="ADAL" clId="{D43EF229-234F-49AB-8CF0-9462C8974556}" dt="2024-10-08T12:10:37.280" v="241" actId="21"/>
          <ac:cxnSpMkLst>
            <pc:docMk/>
            <pc:sldMk cId="949133681" sldId="261"/>
            <ac:cxnSpMk id="75" creationId="{54AEA070-4E9B-4C10-BE0F-068367A6005A}"/>
          </ac:cxnSpMkLst>
        </pc:cxnChg>
        <pc:cxnChg chg="del mod">
          <ac:chgData name="Amir Alizadeh" userId="1342facb-9595-4236-92e9-592b08afd82c" providerId="ADAL" clId="{D43EF229-234F-49AB-8CF0-9462C8974556}" dt="2024-10-08T12:10:58.211" v="246" actId="21"/>
          <ac:cxnSpMkLst>
            <pc:docMk/>
            <pc:sldMk cId="949133681" sldId="261"/>
            <ac:cxnSpMk id="76" creationId="{374105EB-4E8E-4363-8598-98B499566DF8}"/>
          </ac:cxnSpMkLst>
        </pc:cxnChg>
        <pc:cxnChg chg="del mod">
          <ac:chgData name="Amir Alizadeh" userId="1342facb-9595-4236-92e9-592b08afd82c" providerId="ADAL" clId="{D43EF229-234F-49AB-8CF0-9462C8974556}" dt="2024-10-08T12:10:58.211" v="246" actId="21"/>
          <ac:cxnSpMkLst>
            <pc:docMk/>
            <pc:sldMk cId="949133681" sldId="261"/>
            <ac:cxnSpMk id="78" creationId="{DAAEECAC-5DCD-460B-A292-62F577ADAAB7}"/>
          </ac:cxnSpMkLst>
        </pc:cxnChg>
        <pc:cxnChg chg="del mod">
          <ac:chgData name="Amir Alizadeh" userId="1342facb-9595-4236-92e9-592b08afd82c" providerId="ADAL" clId="{D43EF229-234F-49AB-8CF0-9462C8974556}" dt="2024-10-08T12:02:11.701" v="159" actId="21"/>
          <ac:cxnSpMkLst>
            <pc:docMk/>
            <pc:sldMk cId="949133681" sldId="261"/>
            <ac:cxnSpMk id="79" creationId="{6441A325-AF84-48B4-B123-50D733381FFF}"/>
          </ac:cxnSpMkLst>
        </pc:cxnChg>
        <pc:cxnChg chg="del mod">
          <ac:chgData name="Amir Alizadeh" userId="1342facb-9595-4236-92e9-592b08afd82c" providerId="ADAL" clId="{D43EF229-234F-49AB-8CF0-9462C8974556}" dt="2024-10-08T12:08:00.150" v="210" actId="21"/>
          <ac:cxnSpMkLst>
            <pc:docMk/>
            <pc:sldMk cId="949133681" sldId="261"/>
            <ac:cxnSpMk id="81" creationId="{89E420B6-29C3-4CC2-96DE-E202D1821D48}"/>
          </ac:cxnSpMkLst>
        </pc:cxnChg>
        <pc:cxnChg chg="del mod">
          <ac:chgData name="Amir Alizadeh" userId="1342facb-9595-4236-92e9-592b08afd82c" providerId="ADAL" clId="{D43EF229-234F-49AB-8CF0-9462C8974556}" dt="2024-10-08T12:06:54.957" v="198" actId="21"/>
          <ac:cxnSpMkLst>
            <pc:docMk/>
            <pc:sldMk cId="949133681" sldId="261"/>
            <ac:cxnSpMk id="85" creationId="{BE98B351-97C0-45B8-ACB6-024582D198C3}"/>
          </ac:cxnSpMkLst>
        </pc:cxnChg>
        <pc:cxnChg chg="del mod">
          <ac:chgData name="Amir Alizadeh" userId="1342facb-9595-4236-92e9-592b08afd82c" providerId="ADAL" clId="{D43EF229-234F-49AB-8CF0-9462C8974556}" dt="2024-10-08T12:09:39.505" v="225" actId="21"/>
          <ac:cxnSpMkLst>
            <pc:docMk/>
            <pc:sldMk cId="949133681" sldId="261"/>
            <ac:cxnSpMk id="86" creationId="{6F43F0F6-1A66-4339-97A0-422332AF0CBE}"/>
          </ac:cxnSpMkLst>
        </pc:cxnChg>
        <pc:cxnChg chg="del mod">
          <ac:chgData name="Amir Alizadeh" userId="1342facb-9595-4236-92e9-592b08afd82c" providerId="ADAL" clId="{D43EF229-234F-49AB-8CF0-9462C8974556}" dt="2024-10-08T12:03:59.331" v="171" actId="21"/>
          <ac:cxnSpMkLst>
            <pc:docMk/>
            <pc:sldMk cId="949133681" sldId="261"/>
            <ac:cxnSpMk id="94" creationId="{DBC164D4-EA37-4115-A2E5-9CF59E1A83E0}"/>
          </ac:cxnSpMkLst>
        </pc:cxnChg>
        <pc:cxnChg chg="del mod">
          <ac:chgData name="Amir Alizadeh" userId="1342facb-9595-4236-92e9-592b08afd82c" providerId="ADAL" clId="{D43EF229-234F-49AB-8CF0-9462C8974556}" dt="2024-10-08T12:01:00.474" v="147" actId="21"/>
          <ac:cxnSpMkLst>
            <pc:docMk/>
            <pc:sldMk cId="949133681" sldId="261"/>
            <ac:cxnSpMk id="99" creationId="{21E23ADE-6F21-4685-A9FC-AEC288737047}"/>
          </ac:cxnSpMkLst>
        </pc:cxnChg>
        <pc:cxnChg chg="del mod">
          <ac:chgData name="Amir Alizadeh" userId="1342facb-9595-4236-92e9-592b08afd82c" providerId="ADAL" clId="{D43EF229-234F-49AB-8CF0-9462C8974556}" dt="2024-10-08T12:13:52.558" v="278" actId="21"/>
          <ac:cxnSpMkLst>
            <pc:docMk/>
            <pc:sldMk cId="949133681" sldId="261"/>
            <ac:cxnSpMk id="103" creationId="{F4B37B94-EFB7-41ED-A974-1E73068229CF}"/>
          </ac:cxnSpMkLst>
        </pc:cxnChg>
        <pc:cxnChg chg="del mod">
          <ac:chgData name="Amir Alizadeh" userId="1342facb-9595-4236-92e9-592b08afd82c" providerId="ADAL" clId="{D43EF229-234F-49AB-8CF0-9462C8974556}" dt="2024-10-08T12:14:32.618" v="285" actId="21"/>
          <ac:cxnSpMkLst>
            <pc:docMk/>
            <pc:sldMk cId="949133681" sldId="261"/>
            <ac:cxnSpMk id="104" creationId="{74160301-96E3-4AF7-992E-0B2FDCD9D436}"/>
          </ac:cxnSpMkLst>
        </pc:cxnChg>
        <pc:cxnChg chg="del mod">
          <ac:chgData name="Amir Alizadeh" userId="1342facb-9595-4236-92e9-592b08afd82c" providerId="ADAL" clId="{D43EF229-234F-49AB-8CF0-9462C8974556}" dt="2024-10-08T12:14:32.618" v="285" actId="21"/>
          <ac:cxnSpMkLst>
            <pc:docMk/>
            <pc:sldMk cId="949133681" sldId="261"/>
            <ac:cxnSpMk id="109" creationId="{A019BC9A-2067-4B6E-9401-320F97D3FB11}"/>
          </ac:cxnSpMkLst>
        </pc:cxnChg>
        <pc:cxnChg chg="del mod">
          <ac:chgData name="Amir Alizadeh" userId="1342facb-9595-4236-92e9-592b08afd82c" providerId="ADAL" clId="{D43EF229-234F-49AB-8CF0-9462C8974556}" dt="2024-10-08T12:14:32.618" v="285" actId="21"/>
          <ac:cxnSpMkLst>
            <pc:docMk/>
            <pc:sldMk cId="949133681" sldId="261"/>
            <ac:cxnSpMk id="110" creationId="{143B4FCE-DEDA-4535-B8F9-94D5A2543E56}"/>
          </ac:cxnSpMkLst>
        </pc:cxnChg>
        <pc:cxnChg chg="del mod">
          <ac:chgData name="Amir Alizadeh" userId="1342facb-9595-4236-92e9-592b08afd82c" providerId="ADAL" clId="{D43EF229-234F-49AB-8CF0-9462C8974556}" dt="2024-10-08T11:59:24.238" v="129" actId="478"/>
          <ac:cxnSpMkLst>
            <pc:docMk/>
            <pc:sldMk cId="949133681" sldId="261"/>
            <ac:cxnSpMk id="114" creationId="{00CE4376-3FD1-4707-BB8B-F6AFA0EAB29C}"/>
          </ac:cxnSpMkLst>
        </pc:cxnChg>
        <pc:cxnChg chg="del mod">
          <ac:chgData name="Amir Alizadeh" userId="1342facb-9595-4236-92e9-592b08afd82c" providerId="ADAL" clId="{D43EF229-234F-49AB-8CF0-9462C8974556}" dt="2024-10-08T11:59:37.499" v="132" actId="478"/>
          <ac:cxnSpMkLst>
            <pc:docMk/>
            <pc:sldMk cId="949133681" sldId="261"/>
            <ac:cxnSpMk id="115" creationId="{68AF1C69-52E4-42F7-86E6-7B2A7CE0CFA0}"/>
          </ac:cxnSpMkLst>
        </pc:cxnChg>
        <pc:cxnChg chg="del mod">
          <ac:chgData name="Amir Alizadeh" userId="1342facb-9595-4236-92e9-592b08afd82c" providerId="ADAL" clId="{D43EF229-234F-49AB-8CF0-9462C8974556}" dt="2024-10-08T11:59:44.528" v="133" actId="478"/>
          <ac:cxnSpMkLst>
            <pc:docMk/>
            <pc:sldMk cId="949133681" sldId="261"/>
            <ac:cxnSpMk id="116" creationId="{48E21A51-D0CE-445A-8FA2-D3F8F610D143}"/>
          </ac:cxnSpMkLst>
        </pc:cxnChg>
        <pc:cxnChg chg="del mod">
          <ac:chgData name="Amir Alizadeh" userId="1342facb-9595-4236-92e9-592b08afd82c" providerId="ADAL" clId="{D43EF229-234F-49AB-8CF0-9462C8974556}" dt="2024-10-08T12:10:58.211" v="246" actId="21"/>
          <ac:cxnSpMkLst>
            <pc:docMk/>
            <pc:sldMk cId="949133681" sldId="261"/>
            <ac:cxnSpMk id="117" creationId="{0611A4EF-9FC0-4C12-955D-42B5EBF24A67}"/>
          </ac:cxnSpMkLst>
        </pc:cxnChg>
        <pc:cxnChg chg="del mod">
          <ac:chgData name="Amir Alizadeh" userId="1342facb-9595-4236-92e9-592b08afd82c" providerId="ADAL" clId="{D43EF229-234F-49AB-8CF0-9462C8974556}" dt="2024-10-08T11:59:25.072" v="130" actId="478"/>
          <ac:cxnSpMkLst>
            <pc:docMk/>
            <pc:sldMk cId="949133681" sldId="261"/>
            <ac:cxnSpMk id="118" creationId="{E77C3D00-114F-4666-997D-6E4EC1B77A54}"/>
          </ac:cxnSpMkLst>
        </pc:cxnChg>
        <pc:cxnChg chg="del mod">
          <ac:chgData name="Amir Alizadeh" userId="1342facb-9595-4236-92e9-592b08afd82c" providerId="ADAL" clId="{D43EF229-234F-49AB-8CF0-9462C8974556}" dt="2024-10-08T12:14:32.618" v="285" actId="21"/>
          <ac:cxnSpMkLst>
            <pc:docMk/>
            <pc:sldMk cId="949133681" sldId="261"/>
            <ac:cxnSpMk id="120" creationId="{F0B9275E-C538-4412-BF2F-3431D980063D}"/>
          </ac:cxnSpMkLst>
        </pc:cxnChg>
        <pc:cxnChg chg="del mod">
          <ac:chgData name="Amir Alizadeh" userId="1342facb-9595-4236-92e9-592b08afd82c" providerId="ADAL" clId="{D43EF229-234F-49AB-8CF0-9462C8974556}" dt="2024-10-08T12:09:00.422" v="218" actId="21"/>
          <ac:cxnSpMkLst>
            <pc:docMk/>
            <pc:sldMk cId="949133681" sldId="261"/>
            <ac:cxnSpMk id="121" creationId="{12C62B97-DDAD-41ED-A3EB-0F42A0D3659D}"/>
          </ac:cxnSpMkLst>
        </pc:cxnChg>
      </pc:sldChg>
      <pc:sldChg chg="addSp delSp modSp add mod">
        <pc:chgData name="Amir Alizadeh" userId="1342facb-9595-4236-92e9-592b08afd82c" providerId="ADAL" clId="{D43EF229-234F-49AB-8CF0-9462C8974556}" dt="2024-10-08T12:45:34.902" v="565" actId="478"/>
        <pc:sldMkLst>
          <pc:docMk/>
          <pc:sldMk cId="511313733" sldId="262"/>
        </pc:sldMkLst>
        <pc:spChg chg="add del mod">
          <ac:chgData name="Amir Alizadeh" userId="1342facb-9595-4236-92e9-592b08afd82c" providerId="ADAL" clId="{D43EF229-234F-49AB-8CF0-9462C8974556}" dt="2024-10-08T12:45:34.902" v="565" actId="478"/>
          <ac:spMkLst>
            <pc:docMk/>
            <pc:sldMk cId="511313733" sldId="262"/>
            <ac:spMk id="49" creationId="{0C2CEDFD-5E05-4C0E-9E5F-BDB4326CCE61}"/>
          </ac:spMkLst>
        </pc:spChg>
        <pc:spChg chg="mod">
          <ac:chgData name="Amir Alizadeh" userId="1342facb-9595-4236-92e9-592b08afd82c" providerId="ADAL" clId="{D43EF229-234F-49AB-8CF0-9462C8974556}" dt="2024-10-08T12:20:55.229" v="415" actId="1076"/>
          <ac:spMkLst>
            <pc:docMk/>
            <pc:sldMk cId="511313733" sldId="262"/>
            <ac:spMk id="57" creationId="{EFC87695-7722-4E59-8D08-1D8F41BF6BB7}"/>
          </ac:spMkLst>
        </pc:spChg>
        <pc:spChg chg="del mod">
          <ac:chgData name="Amir Alizadeh" userId="1342facb-9595-4236-92e9-592b08afd82c" providerId="ADAL" clId="{D43EF229-234F-49AB-8CF0-9462C8974556}" dt="2024-10-08T12:19:57.540" v="400" actId="478"/>
          <ac:spMkLst>
            <pc:docMk/>
            <pc:sldMk cId="511313733" sldId="262"/>
            <ac:spMk id="59" creationId="{49E7C300-4D28-4DA2-A7A0-D090F0FA5B2F}"/>
          </ac:spMkLst>
        </pc:spChg>
        <pc:spChg chg="del mod">
          <ac:chgData name="Amir Alizadeh" userId="1342facb-9595-4236-92e9-592b08afd82c" providerId="ADAL" clId="{D43EF229-234F-49AB-8CF0-9462C8974556}" dt="2024-10-08T12:18:50.009" v="378" actId="478"/>
          <ac:spMkLst>
            <pc:docMk/>
            <pc:sldMk cId="511313733" sldId="262"/>
            <ac:spMk id="60" creationId="{675D1339-D80A-4F07-8746-A791A228C275}"/>
          </ac:spMkLst>
        </pc:spChg>
        <pc:spChg chg="mod">
          <ac:chgData name="Amir Alizadeh" userId="1342facb-9595-4236-92e9-592b08afd82c" providerId="ADAL" clId="{D43EF229-234F-49AB-8CF0-9462C8974556}" dt="2024-10-08T12:39:07.960" v="463" actId="1076"/>
          <ac:spMkLst>
            <pc:docMk/>
            <pc:sldMk cId="511313733" sldId="262"/>
            <ac:spMk id="61" creationId="{032C0369-1DA6-424F-AD1E-128C38A85DFE}"/>
          </ac:spMkLst>
        </pc:spChg>
        <pc:spChg chg="mod">
          <ac:chgData name="Amir Alizadeh" userId="1342facb-9595-4236-92e9-592b08afd82c" providerId="ADAL" clId="{D43EF229-234F-49AB-8CF0-9462C8974556}" dt="2024-10-08T12:44:14.689" v="519" actId="1076"/>
          <ac:spMkLst>
            <pc:docMk/>
            <pc:sldMk cId="511313733" sldId="262"/>
            <ac:spMk id="80" creationId="{1EDC2C47-CD0C-42C3-9894-83507EAC49D8}"/>
          </ac:spMkLst>
        </pc:spChg>
        <pc:spChg chg="mod">
          <ac:chgData name="Amir Alizadeh" userId="1342facb-9595-4236-92e9-592b08afd82c" providerId="ADAL" clId="{D43EF229-234F-49AB-8CF0-9462C8974556}" dt="2024-10-08T12:44:13.798" v="517" actId="1076"/>
          <ac:spMkLst>
            <pc:docMk/>
            <pc:sldMk cId="511313733" sldId="262"/>
            <ac:spMk id="84" creationId="{93252E0A-5233-47BA-A7E4-ED20C4C770A7}"/>
          </ac:spMkLst>
        </pc:spChg>
        <pc:spChg chg="del mod">
          <ac:chgData name="Amir Alizadeh" userId="1342facb-9595-4236-92e9-592b08afd82c" providerId="ADAL" clId="{D43EF229-234F-49AB-8CF0-9462C8974556}" dt="2024-10-08T12:20:36.994" v="410" actId="478"/>
          <ac:spMkLst>
            <pc:docMk/>
            <pc:sldMk cId="511313733" sldId="262"/>
            <ac:spMk id="113" creationId="{07AA7152-8585-48AF-9329-0846DE739733}"/>
          </ac:spMkLst>
        </pc:spChg>
        <pc:spChg chg="mod">
          <ac:chgData name="Amir Alizadeh" userId="1342facb-9595-4236-92e9-592b08afd82c" providerId="ADAL" clId="{D43EF229-234F-49AB-8CF0-9462C8974556}" dt="2024-10-08T12:39:16.400" v="465" actId="1076"/>
          <ac:spMkLst>
            <pc:docMk/>
            <pc:sldMk cId="511313733" sldId="262"/>
            <ac:spMk id="122" creationId="{B1725E9C-B319-48EE-8EFE-F24FFCA601FA}"/>
          </ac:spMkLst>
        </pc:spChg>
        <pc:spChg chg="mod">
          <ac:chgData name="Amir Alizadeh" userId="1342facb-9595-4236-92e9-592b08afd82c" providerId="ADAL" clId="{D43EF229-234F-49AB-8CF0-9462C8974556}" dt="2024-10-08T12:41:16.637" v="479" actId="20577"/>
          <ac:spMkLst>
            <pc:docMk/>
            <pc:sldMk cId="511313733" sldId="262"/>
            <ac:spMk id="125" creationId="{3A786508-AA35-431A-802E-C71150D70B4E}"/>
          </ac:spMkLst>
        </pc:spChg>
        <pc:spChg chg="mod">
          <ac:chgData name="Amir Alizadeh" userId="1342facb-9595-4236-92e9-592b08afd82c" providerId="ADAL" clId="{D43EF229-234F-49AB-8CF0-9462C8974556}" dt="2024-10-08T12:39:58.072" v="471" actId="1076"/>
          <ac:spMkLst>
            <pc:docMk/>
            <pc:sldMk cId="511313733" sldId="262"/>
            <ac:spMk id="126" creationId="{C8D4ECA4-5A3C-49EB-BB4B-7211A32EE5C5}"/>
          </ac:spMkLst>
        </pc:spChg>
        <pc:spChg chg="mod">
          <ac:chgData name="Amir Alizadeh" userId="1342facb-9595-4236-92e9-592b08afd82c" providerId="ADAL" clId="{D43EF229-234F-49AB-8CF0-9462C8974556}" dt="2024-10-08T12:39:01.392" v="462" actId="1076"/>
          <ac:spMkLst>
            <pc:docMk/>
            <pc:sldMk cId="511313733" sldId="262"/>
            <ac:spMk id="127" creationId="{2CE11940-3E56-45AD-9117-AA93090D0013}"/>
          </ac:spMkLst>
        </pc:spChg>
        <pc:spChg chg="mod">
          <ac:chgData name="Amir Alizadeh" userId="1342facb-9595-4236-92e9-592b08afd82c" providerId="ADAL" clId="{D43EF229-234F-49AB-8CF0-9462C8974556}" dt="2024-10-08T12:24:45.037" v="448" actId="1076"/>
          <ac:spMkLst>
            <pc:docMk/>
            <pc:sldMk cId="511313733" sldId="262"/>
            <ac:spMk id="169" creationId="{E5EC15C9-D36D-4E6E-AABB-9D1CED964C26}"/>
          </ac:spMkLst>
        </pc:spChg>
        <pc:spChg chg="mod">
          <ac:chgData name="Amir Alizadeh" userId="1342facb-9595-4236-92e9-592b08afd82c" providerId="ADAL" clId="{D43EF229-234F-49AB-8CF0-9462C8974556}" dt="2024-10-08T12:44:19.454" v="523" actId="1076"/>
          <ac:spMkLst>
            <pc:docMk/>
            <pc:sldMk cId="511313733" sldId="262"/>
            <ac:spMk id="183" creationId="{E65FB31E-C401-45EF-953E-187D844F5799}"/>
          </ac:spMkLst>
        </pc:spChg>
        <pc:spChg chg="del mod">
          <ac:chgData name="Amir Alizadeh" userId="1342facb-9595-4236-92e9-592b08afd82c" providerId="ADAL" clId="{D43EF229-234F-49AB-8CF0-9462C8974556}" dt="2024-10-08T12:19:06.402" v="384" actId="478"/>
          <ac:spMkLst>
            <pc:docMk/>
            <pc:sldMk cId="511313733" sldId="262"/>
            <ac:spMk id="199" creationId="{60632796-D035-4F4D-A4D0-5B41DA88C485}"/>
          </ac:spMkLst>
        </pc:spChg>
        <pc:spChg chg="mod">
          <ac:chgData name="Amir Alizadeh" userId="1342facb-9595-4236-92e9-592b08afd82c" providerId="ADAL" clId="{D43EF229-234F-49AB-8CF0-9462C8974556}" dt="2024-10-08T12:44:17.861" v="522" actId="1076"/>
          <ac:spMkLst>
            <pc:docMk/>
            <pc:sldMk cId="511313733" sldId="262"/>
            <ac:spMk id="220" creationId="{ECD2FE66-4DC1-4DB1-A933-375F9A1419A0}"/>
          </ac:spMkLst>
        </pc:spChg>
        <pc:spChg chg="add mod">
          <ac:chgData name="Amir Alizadeh" userId="1342facb-9595-4236-92e9-592b08afd82c" providerId="ADAL" clId="{D43EF229-234F-49AB-8CF0-9462C8974556}" dt="2024-10-08T12:43:01.104" v="504" actId="1076"/>
          <ac:spMkLst>
            <pc:docMk/>
            <pc:sldMk cId="511313733" sldId="262"/>
            <ac:spMk id="254" creationId="{6817AD1F-B760-444B-A799-EEF5D60255FB}"/>
          </ac:spMkLst>
        </pc:spChg>
        <pc:spChg chg="add mod">
          <ac:chgData name="Amir Alizadeh" userId="1342facb-9595-4236-92e9-592b08afd82c" providerId="ADAL" clId="{D43EF229-234F-49AB-8CF0-9462C8974556}" dt="2024-10-08T12:42:58.216" v="503" actId="14100"/>
          <ac:spMkLst>
            <pc:docMk/>
            <pc:sldMk cId="511313733" sldId="262"/>
            <ac:spMk id="255" creationId="{725DB638-9E63-407E-AB51-536A6509148B}"/>
          </ac:spMkLst>
        </pc:spChg>
        <pc:spChg chg="add mod">
          <ac:chgData name="Amir Alizadeh" userId="1342facb-9595-4236-92e9-592b08afd82c" providerId="ADAL" clId="{D43EF229-234F-49AB-8CF0-9462C8974556}" dt="2024-10-08T12:44:58.623" v="563" actId="20577"/>
          <ac:spMkLst>
            <pc:docMk/>
            <pc:sldMk cId="511313733" sldId="262"/>
            <ac:spMk id="256" creationId="{A7E6B5D1-68D4-458C-87AF-45E5FF9B72BC}"/>
          </ac:spMkLst>
        </pc:spChg>
        <pc:spChg chg="add mod">
          <ac:chgData name="Amir Alizadeh" userId="1342facb-9595-4236-92e9-592b08afd82c" providerId="ADAL" clId="{D43EF229-234F-49AB-8CF0-9462C8974556}" dt="2024-10-08T12:44:33.944" v="527" actId="1076"/>
          <ac:spMkLst>
            <pc:docMk/>
            <pc:sldMk cId="511313733" sldId="262"/>
            <ac:spMk id="261" creationId="{5BC12D01-EFD0-448C-984D-5BA2EFD52F2B}"/>
          </ac:spMkLst>
        </pc:spChg>
        <pc:cxnChg chg="mod">
          <ac:chgData name="Amir Alizadeh" userId="1342facb-9595-4236-92e9-592b08afd82c" providerId="ADAL" clId="{D43EF229-234F-49AB-8CF0-9462C8974556}" dt="2024-10-08T12:44:13.798" v="517" actId="1076"/>
          <ac:cxnSpMkLst>
            <pc:docMk/>
            <pc:sldMk cId="511313733" sldId="262"/>
            <ac:cxnSpMk id="62" creationId="{9F9B3EC7-8953-4B7F-98A1-603816C3087C}"/>
          </ac:cxnSpMkLst>
        </pc:cxnChg>
        <pc:cxnChg chg="mod">
          <ac:chgData name="Amir Alizadeh" userId="1342facb-9595-4236-92e9-592b08afd82c" providerId="ADAL" clId="{D43EF229-234F-49AB-8CF0-9462C8974556}" dt="2024-10-08T12:44:14.689" v="519" actId="1076"/>
          <ac:cxnSpMkLst>
            <pc:docMk/>
            <pc:sldMk cId="511313733" sldId="262"/>
            <ac:cxnSpMk id="63" creationId="{4A0137C2-66CC-4D93-836E-C8D45B2E36A2}"/>
          </ac:cxnSpMkLst>
        </pc:cxnChg>
        <pc:cxnChg chg="mod">
          <ac:chgData name="Amir Alizadeh" userId="1342facb-9595-4236-92e9-592b08afd82c" providerId="ADAL" clId="{D43EF229-234F-49AB-8CF0-9462C8974556}" dt="2024-10-08T12:39:07.960" v="463" actId="1076"/>
          <ac:cxnSpMkLst>
            <pc:docMk/>
            <pc:sldMk cId="511313733" sldId="262"/>
            <ac:cxnSpMk id="72" creationId="{777EF27B-B243-4B77-B531-16EA7A7B1BC5}"/>
          </ac:cxnSpMkLst>
        </pc:cxnChg>
        <pc:cxnChg chg="del mod">
          <ac:chgData name="Amir Alizadeh" userId="1342facb-9595-4236-92e9-592b08afd82c" providerId="ADAL" clId="{D43EF229-234F-49AB-8CF0-9462C8974556}" dt="2024-10-08T12:18:51.314" v="379" actId="478"/>
          <ac:cxnSpMkLst>
            <pc:docMk/>
            <pc:sldMk cId="511313733" sldId="262"/>
            <ac:cxnSpMk id="82" creationId="{933195F6-DFEA-40AB-9270-3E3DAB9FF81E}"/>
          </ac:cxnSpMkLst>
        </pc:cxnChg>
        <pc:cxnChg chg="mod">
          <ac:chgData name="Amir Alizadeh" userId="1342facb-9595-4236-92e9-592b08afd82c" providerId="ADAL" clId="{D43EF229-234F-49AB-8CF0-9462C8974556}" dt="2024-10-08T12:44:14.689" v="519" actId="1076"/>
          <ac:cxnSpMkLst>
            <pc:docMk/>
            <pc:sldMk cId="511313733" sldId="262"/>
            <ac:cxnSpMk id="83" creationId="{5F5A8DE0-E6C4-47EF-B1FE-36040BDD8700}"/>
          </ac:cxnSpMkLst>
        </pc:cxnChg>
        <pc:cxnChg chg="mod">
          <ac:chgData name="Amir Alizadeh" userId="1342facb-9595-4236-92e9-592b08afd82c" providerId="ADAL" clId="{D43EF229-234F-49AB-8CF0-9462C8974556}" dt="2024-10-08T12:44:14.689" v="519" actId="1076"/>
          <ac:cxnSpMkLst>
            <pc:docMk/>
            <pc:sldMk cId="511313733" sldId="262"/>
            <ac:cxnSpMk id="101" creationId="{6E33C0BE-9C28-459B-B5D8-96204AEB811C}"/>
          </ac:cxnSpMkLst>
        </pc:cxnChg>
        <pc:cxnChg chg="del mod">
          <ac:chgData name="Amir Alizadeh" userId="1342facb-9595-4236-92e9-592b08afd82c" providerId="ADAL" clId="{D43EF229-234F-49AB-8CF0-9462C8974556}" dt="2024-10-08T12:19:58.872" v="401" actId="478"/>
          <ac:cxnSpMkLst>
            <pc:docMk/>
            <pc:sldMk cId="511313733" sldId="262"/>
            <ac:cxnSpMk id="102" creationId="{9834D423-0EFE-4F3C-84FE-892AB36E4CD1}"/>
          </ac:cxnSpMkLst>
        </pc:cxnChg>
        <pc:cxnChg chg="mod">
          <ac:chgData name="Amir Alizadeh" userId="1342facb-9595-4236-92e9-592b08afd82c" providerId="ADAL" clId="{D43EF229-234F-49AB-8CF0-9462C8974556}" dt="2024-10-08T12:44:13.798" v="517" actId="1076"/>
          <ac:cxnSpMkLst>
            <pc:docMk/>
            <pc:sldMk cId="511313733" sldId="262"/>
            <ac:cxnSpMk id="106" creationId="{CBD9F5C6-2DDE-41F6-955B-D55F85F02B4C}"/>
          </ac:cxnSpMkLst>
        </pc:cxnChg>
        <pc:cxnChg chg="mod">
          <ac:chgData name="Amir Alizadeh" userId="1342facb-9595-4236-92e9-592b08afd82c" providerId="ADAL" clId="{D43EF229-234F-49AB-8CF0-9462C8974556}" dt="2024-10-08T12:39:16.400" v="465" actId="1076"/>
          <ac:cxnSpMkLst>
            <pc:docMk/>
            <pc:sldMk cId="511313733" sldId="262"/>
            <ac:cxnSpMk id="123" creationId="{B6E60972-7233-4A11-AA5C-EEDB305F624D}"/>
          </ac:cxnSpMkLst>
        </pc:cxnChg>
        <pc:cxnChg chg="del mod">
          <ac:chgData name="Amir Alizadeh" userId="1342facb-9595-4236-92e9-592b08afd82c" providerId="ADAL" clId="{D43EF229-234F-49AB-8CF0-9462C8974556}" dt="2024-10-08T12:20:38.979" v="411" actId="478"/>
          <ac:cxnSpMkLst>
            <pc:docMk/>
            <pc:sldMk cId="511313733" sldId="262"/>
            <ac:cxnSpMk id="128" creationId="{AF1519D8-4B61-40B4-9D25-8AB44853247C}"/>
          </ac:cxnSpMkLst>
        </pc:cxnChg>
        <pc:cxnChg chg="mod">
          <ac:chgData name="Amir Alizadeh" userId="1342facb-9595-4236-92e9-592b08afd82c" providerId="ADAL" clId="{D43EF229-234F-49AB-8CF0-9462C8974556}" dt="2024-10-08T12:41:11.440" v="477" actId="14100"/>
          <ac:cxnSpMkLst>
            <pc:docMk/>
            <pc:sldMk cId="511313733" sldId="262"/>
            <ac:cxnSpMk id="129" creationId="{E2AB73D0-096C-474B-BA47-6BE270115C2F}"/>
          </ac:cxnSpMkLst>
        </pc:cxnChg>
        <pc:cxnChg chg="mod">
          <ac:chgData name="Amir Alizadeh" userId="1342facb-9595-4236-92e9-592b08afd82c" providerId="ADAL" clId="{D43EF229-234F-49AB-8CF0-9462C8974556}" dt="2024-10-08T12:41:11.440" v="477" actId="14100"/>
          <ac:cxnSpMkLst>
            <pc:docMk/>
            <pc:sldMk cId="511313733" sldId="262"/>
            <ac:cxnSpMk id="130" creationId="{F6B36218-D438-4107-A6F3-B0585877203E}"/>
          </ac:cxnSpMkLst>
        </pc:cxnChg>
        <pc:cxnChg chg="mod">
          <ac:chgData name="Amir Alizadeh" userId="1342facb-9595-4236-92e9-592b08afd82c" providerId="ADAL" clId="{D43EF229-234F-49AB-8CF0-9462C8974556}" dt="2024-10-08T12:39:58.072" v="471" actId="1076"/>
          <ac:cxnSpMkLst>
            <pc:docMk/>
            <pc:sldMk cId="511313733" sldId="262"/>
            <ac:cxnSpMk id="139" creationId="{FA2D81C7-EBA3-48D3-AFB5-A700963C80D0}"/>
          </ac:cxnSpMkLst>
        </pc:cxnChg>
        <pc:cxnChg chg="mod">
          <ac:chgData name="Amir Alizadeh" userId="1342facb-9595-4236-92e9-592b08afd82c" providerId="ADAL" clId="{D43EF229-234F-49AB-8CF0-9462C8974556}" dt="2024-10-08T12:39:58.072" v="471" actId="1076"/>
          <ac:cxnSpMkLst>
            <pc:docMk/>
            <pc:sldMk cId="511313733" sldId="262"/>
            <ac:cxnSpMk id="142" creationId="{467DBA89-3388-47DC-86C3-9B5BE0245FE0}"/>
          </ac:cxnSpMkLst>
        </pc:cxnChg>
        <pc:cxnChg chg="mod">
          <ac:chgData name="Amir Alizadeh" userId="1342facb-9595-4236-92e9-592b08afd82c" providerId="ADAL" clId="{D43EF229-234F-49AB-8CF0-9462C8974556}" dt="2024-10-08T12:44:13.798" v="517" actId="1076"/>
          <ac:cxnSpMkLst>
            <pc:docMk/>
            <pc:sldMk cId="511313733" sldId="262"/>
            <ac:cxnSpMk id="151" creationId="{B772D972-6632-4F3F-BB34-16C94B72475C}"/>
          </ac:cxnSpMkLst>
        </pc:cxnChg>
        <pc:cxnChg chg="mod">
          <ac:chgData name="Amir Alizadeh" userId="1342facb-9595-4236-92e9-592b08afd82c" providerId="ADAL" clId="{D43EF229-234F-49AB-8CF0-9462C8974556}" dt="2024-10-08T12:44:13.798" v="517" actId="1076"/>
          <ac:cxnSpMkLst>
            <pc:docMk/>
            <pc:sldMk cId="511313733" sldId="262"/>
            <ac:cxnSpMk id="166" creationId="{3A0877F5-7350-4BB2-994F-18278A8F6E87}"/>
          </ac:cxnSpMkLst>
        </pc:cxnChg>
        <pc:cxnChg chg="mod">
          <ac:chgData name="Amir Alizadeh" userId="1342facb-9595-4236-92e9-592b08afd82c" providerId="ADAL" clId="{D43EF229-234F-49AB-8CF0-9462C8974556}" dt="2024-10-08T12:41:11.440" v="477" actId="14100"/>
          <ac:cxnSpMkLst>
            <pc:docMk/>
            <pc:sldMk cId="511313733" sldId="262"/>
            <ac:cxnSpMk id="170" creationId="{1263FE9B-7698-428A-8C72-F90E6526DA6C}"/>
          </ac:cxnSpMkLst>
        </pc:cxnChg>
        <pc:cxnChg chg="mod">
          <ac:chgData name="Amir Alizadeh" userId="1342facb-9595-4236-92e9-592b08afd82c" providerId="ADAL" clId="{D43EF229-234F-49AB-8CF0-9462C8974556}" dt="2024-10-08T12:39:58.072" v="471" actId="1076"/>
          <ac:cxnSpMkLst>
            <pc:docMk/>
            <pc:sldMk cId="511313733" sldId="262"/>
            <ac:cxnSpMk id="171" creationId="{CA49D9FC-C41D-4735-B57E-0AB4FB414245}"/>
          </ac:cxnSpMkLst>
        </pc:cxnChg>
        <pc:cxnChg chg="mod">
          <ac:chgData name="Amir Alizadeh" userId="1342facb-9595-4236-92e9-592b08afd82c" providerId="ADAL" clId="{D43EF229-234F-49AB-8CF0-9462C8974556}" dt="2024-10-08T12:44:19.454" v="523" actId="1076"/>
          <ac:cxnSpMkLst>
            <pc:docMk/>
            <pc:sldMk cId="511313733" sldId="262"/>
            <ac:cxnSpMk id="184" creationId="{3D60776C-0410-4C36-A8F4-BE2957ED7860}"/>
          </ac:cxnSpMkLst>
        </pc:cxnChg>
        <pc:cxnChg chg="mod">
          <ac:chgData name="Amir Alizadeh" userId="1342facb-9595-4236-92e9-592b08afd82c" providerId="ADAL" clId="{D43EF229-234F-49AB-8CF0-9462C8974556}" dt="2024-10-08T12:44:19.454" v="523" actId="1076"/>
          <ac:cxnSpMkLst>
            <pc:docMk/>
            <pc:sldMk cId="511313733" sldId="262"/>
            <ac:cxnSpMk id="187" creationId="{36F69EE8-60C2-4330-9782-4BB8C5DEE8BC}"/>
          </ac:cxnSpMkLst>
        </pc:cxnChg>
        <pc:cxnChg chg="mod">
          <ac:chgData name="Amir Alizadeh" userId="1342facb-9595-4236-92e9-592b08afd82c" providerId="ADAL" clId="{D43EF229-234F-49AB-8CF0-9462C8974556}" dt="2024-10-08T12:44:19.454" v="523" actId="1076"/>
          <ac:cxnSpMkLst>
            <pc:docMk/>
            <pc:sldMk cId="511313733" sldId="262"/>
            <ac:cxnSpMk id="188" creationId="{D3DF08DD-2D58-46B3-8672-B0992E19B34D}"/>
          </ac:cxnSpMkLst>
        </pc:cxnChg>
        <pc:cxnChg chg="mod">
          <ac:chgData name="Amir Alizadeh" userId="1342facb-9595-4236-92e9-592b08afd82c" providerId="ADAL" clId="{D43EF229-234F-49AB-8CF0-9462C8974556}" dt="2024-10-08T12:44:19.454" v="523" actId="1076"/>
          <ac:cxnSpMkLst>
            <pc:docMk/>
            <pc:sldMk cId="511313733" sldId="262"/>
            <ac:cxnSpMk id="189" creationId="{A977D39E-4645-49DF-84CB-504751DD966A}"/>
          </ac:cxnSpMkLst>
        </pc:cxnChg>
        <pc:cxnChg chg="mod">
          <ac:chgData name="Amir Alizadeh" userId="1342facb-9595-4236-92e9-592b08afd82c" providerId="ADAL" clId="{D43EF229-234F-49AB-8CF0-9462C8974556}" dt="2024-10-08T12:44:19.454" v="523" actId="1076"/>
          <ac:cxnSpMkLst>
            <pc:docMk/>
            <pc:sldMk cId="511313733" sldId="262"/>
            <ac:cxnSpMk id="190" creationId="{58C90BD5-1BBB-441C-BC75-0458B5561E95}"/>
          </ac:cxnSpMkLst>
        </pc:cxnChg>
        <pc:cxnChg chg="del mod">
          <ac:chgData name="Amir Alizadeh" userId="1342facb-9595-4236-92e9-592b08afd82c" providerId="ADAL" clId="{D43EF229-234F-49AB-8CF0-9462C8974556}" dt="2024-10-08T12:19:07.088" v="385" actId="478"/>
          <ac:cxnSpMkLst>
            <pc:docMk/>
            <pc:sldMk cId="511313733" sldId="262"/>
            <ac:cxnSpMk id="202" creationId="{8E16C7E0-6842-4F2D-B602-BCDD5DDB5240}"/>
          </ac:cxnSpMkLst>
        </pc:cxnChg>
        <pc:cxnChg chg="mod">
          <ac:chgData name="Amir Alizadeh" userId="1342facb-9595-4236-92e9-592b08afd82c" providerId="ADAL" clId="{D43EF229-234F-49AB-8CF0-9462C8974556}" dt="2024-10-08T12:44:17.861" v="522" actId="1076"/>
          <ac:cxnSpMkLst>
            <pc:docMk/>
            <pc:sldMk cId="511313733" sldId="262"/>
            <ac:cxnSpMk id="235" creationId="{C9D145A7-7132-4C8A-A507-C64DF5AC4655}"/>
          </ac:cxnSpMkLst>
        </pc:cxnChg>
        <pc:cxnChg chg="mod">
          <ac:chgData name="Amir Alizadeh" userId="1342facb-9595-4236-92e9-592b08afd82c" providerId="ADAL" clId="{D43EF229-234F-49AB-8CF0-9462C8974556}" dt="2024-10-08T12:44:17.861" v="522" actId="1076"/>
          <ac:cxnSpMkLst>
            <pc:docMk/>
            <pc:sldMk cId="511313733" sldId="262"/>
            <ac:cxnSpMk id="236" creationId="{6359C0EC-565D-42E7-8CAC-0D9475BF42E1}"/>
          </ac:cxnSpMkLst>
        </pc:cxnChg>
        <pc:cxnChg chg="mod">
          <ac:chgData name="Amir Alizadeh" userId="1342facb-9595-4236-92e9-592b08afd82c" providerId="ADAL" clId="{D43EF229-234F-49AB-8CF0-9462C8974556}" dt="2024-10-08T12:44:17.861" v="522" actId="1076"/>
          <ac:cxnSpMkLst>
            <pc:docMk/>
            <pc:sldMk cId="511313733" sldId="262"/>
            <ac:cxnSpMk id="238" creationId="{041ECA69-6A89-40EC-BCA8-B2540BAC8A86}"/>
          </ac:cxnSpMkLst>
        </pc:cxnChg>
        <pc:cxnChg chg="add mod">
          <ac:chgData name="Amir Alizadeh" userId="1342facb-9595-4236-92e9-592b08afd82c" providerId="ADAL" clId="{D43EF229-234F-49AB-8CF0-9462C8974556}" dt="2024-10-08T12:44:33.944" v="527" actId="1076"/>
          <ac:cxnSpMkLst>
            <pc:docMk/>
            <pc:sldMk cId="511313733" sldId="262"/>
            <ac:cxnSpMk id="257" creationId="{80D58ED5-DFB2-4C59-808B-7BEB2DA823CB}"/>
          </ac:cxnSpMkLst>
        </pc:cxnChg>
        <pc:cxnChg chg="add mod">
          <ac:chgData name="Amir Alizadeh" userId="1342facb-9595-4236-92e9-592b08afd82c" providerId="ADAL" clId="{D43EF229-234F-49AB-8CF0-9462C8974556}" dt="2024-10-08T12:44:56.576" v="551" actId="20577"/>
          <ac:cxnSpMkLst>
            <pc:docMk/>
            <pc:sldMk cId="511313733" sldId="262"/>
            <ac:cxnSpMk id="258" creationId="{D9B43876-0764-461A-8A69-41181D75E6A4}"/>
          </ac:cxnSpMkLst>
        </pc:cxnChg>
        <pc:cxnChg chg="add mod">
          <ac:chgData name="Amir Alizadeh" userId="1342facb-9595-4236-92e9-592b08afd82c" providerId="ADAL" clId="{D43EF229-234F-49AB-8CF0-9462C8974556}" dt="2024-10-08T12:44:56.576" v="551" actId="20577"/>
          <ac:cxnSpMkLst>
            <pc:docMk/>
            <pc:sldMk cId="511313733" sldId="262"/>
            <ac:cxnSpMk id="259" creationId="{D27158DA-CFF7-4611-9336-8DC33C973F64}"/>
          </ac:cxnSpMkLst>
        </pc:cxnChg>
        <pc:cxnChg chg="add mod">
          <ac:chgData name="Amir Alizadeh" userId="1342facb-9595-4236-92e9-592b08afd82c" providerId="ADAL" clId="{D43EF229-234F-49AB-8CF0-9462C8974556}" dt="2024-10-08T12:43:01.104" v="504" actId="1076"/>
          <ac:cxnSpMkLst>
            <pc:docMk/>
            <pc:sldMk cId="511313733" sldId="262"/>
            <ac:cxnSpMk id="260" creationId="{33A36949-3051-4FF2-8204-04BD83607CA8}"/>
          </ac:cxnSpMkLst>
        </pc:cxnChg>
      </pc:sldChg>
      <pc:sldChg chg="addSp delSp modSp add mod">
        <pc:chgData name="Amir Alizadeh" userId="1342facb-9595-4236-92e9-592b08afd82c" providerId="ADAL" clId="{D43EF229-234F-49AB-8CF0-9462C8974556}" dt="2024-10-08T13:12:21.472" v="787" actId="20577"/>
        <pc:sldMkLst>
          <pc:docMk/>
          <pc:sldMk cId="1507037691" sldId="263"/>
        </pc:sldMkLst>
        <pc:spChg chg="add del mod">
          <ac:chgData name="Amir Alizadeh" userId="1342facb-9595-4236-92e9-592b08afd82c" providerId="ADAL" clId="{D43EF229-234F-49AB-8CF0-9462C8974556}" dt="2024-10-08T12:49:16.617" v="608" actId="478"/>
          <ac:spMkLst>
            <pc:docMk/>
            <pc:sldMk cId="1507037691" sldId="263"/>
            <ac:spMk id="2" creationId="{85F2565A-3C80-4BD3-990F-F63968B589EF}"/>
          </ac:spMkLst>
        </pc:spChg>
        <pc:spChg chg="mod">
          <ac:chgData name="Amir Alizadeh" userId="1342facb-9595-4236-92e9-592b08afd82c" providerId="ADAL" clId="{D43EF229-234F-49AB-8CF0-9462C8974556}" dt="2024-10-08T12:46:32.282" v="575" actId="20577"/>
          <ac:spMkLst>
            <pc:docMk/>
            <pc:sldMk cId="1507037691" sldId="263"/>
            <ac:spMk id="49" creationId="{0C2CEDFD-5E05-4C0E-9E5F-BDB4326CCE61}"/>
          </ac:spMkLst>
        </pc:spChg>
        <pc:spChg chg="mod">
          <ac:chgData name="Amir Alizadeh" userId="1342facb-9595-4236-92e9-592b08afd82c" providerId="ADAL" clId="{D43EF229-234F-49AB-8CF0-9462C8974556}" dt="2024-10-08T12:55:55.727" v="660" actId="20577"/>
          <ac:spMkLst>
            <pc:docMk/>
            <pc:sldMk cId="1507037691" sldId="263"/>
            <ac:spMk id="57" creationId="{EFC87695-7722-4E59-8D08-1D8F41BF6BB7}"/>
          </ac:spMkLst>
        </pc:spChg>
        <pc:spChg chg="mod">
          <ac:chgData name="Amir Alizadeh" userId="1342facb-9595-4236-92e9-592b08afd82c" providerId="ADAL" clId="{D43EF229-234F-49AB-8CF0-9462C8974556}" dt="2024-10-08T12:49:48.943" v="614" actId="14100"/>
          <ac:spMkLst>
            <pc:docMk/>
            <pc:sldMk cId="1507037691" sldId="263"/>
            <ac:spMk id="61" creationId="{032C0369-1DA6-424F-AD1E-128C38A85DFE}"/>
          </ac:spMkLst>
        </pc:spChg>
        <pc:spChg chg="mod">
          <ac:chgData name="Amir Alizadeh" userId="1342facb-9595-4236-92e9-592b08afd82c" providerId="ADAL" clId="{D43EF229-234F-49AB-8CF0-9462C8974556}" dt="2024-10-08T12:57:07.868" v="664"/>
          <ac:spMkLst>
            <pc:docMk/>
            <pc:sldMk cId="1507037691" sldId="263"/>
            <ac:spMk id="80" creationId="{1EDC2C47-CD0C-42C3-9894-83507EAC49D8}"/>
          </ac:spMkLst>
        </pc:spChg>
        <pc:spChg chg="mod">
          <ac:chgData name="Amir Alizadeh" userId="1342facb-9595-4236-92e9-592b08afd82c" providerId="ADAL" clId="{D43EF229-234F-49AB-8CF0-9462C8974556}" dt="2024-10-08T13:09:46.080" v="778" actId="1076"/>
          <ac:spMkLst>
            <pc:docMk/>
            <pc:sldMk cId="1507037691" sldId="263"/>
            <ac:spMk id="84" creationId="{93252E0A-5233-47BA-A7E4-ED20C4C770A7}"/>
          </ac:spMkLst>
        </pc:spChg>
        <pc:spChg chg="mod">
          <ac:chgData name="Amir Alizadeh" userId="1342facb-9595-4236-92e9-592b08afd82c" providerId="ADAL" clId="{D43EF229-234F-49AB-8CF0-9462C8974556}" dt="2024-10-08T13:09:44.247" v="777" actId="1076"/>
          <ac:spMkLst>
            <pc:docMk/>
            <pc:sldMk cId="1507037691" sldId="263"/>
            <ac:spMk id="122" creationId="{B1725E9C-B319-48EE-8EFE-F24FFCA601FA}"/>
          </ac:spMkLst>
        </pc:spChg>
        <pc:spChg chg="mod">
          <ac:chgData name="Amir Alizadeh" userId="1342facb-9595-4236-92e9-592b08afd82c" providerId="ADAL" clId="{D43EF229-234F-49AB-8CF0-9462C8974556}" dt="2024-10-08T13:12:21.472" v="787" actId="20577"/>
          <ac:spMkLst>
            <pc:docMk/>
            <pc:sldMk cId="1507037691" sldId="263"/>
            <ac:spMk id="125" creationId="{3A786508-AA35-431A-802E-C71150D70B4E}"/>
          </ac:spMkLst>
        </pc:spChg>
        <pc:spChg chg="mod">
          <ac:chgData name="Amir Alizadeh" userId="1342facb-9595-4236-92e9-592b08afd82c" providerId="ADAL" clId="{D43EF229-234F-49AB-8CF0-9462C8974556}" dt="2024-10-08T13:09:56.055" v="780" actId="1076"/>
          <ac:spMkLst>
            <pc:docMk/>
            <pc:sldMk cId="1507037691" sldId="263"/>
            <ac:spMk id="126" creationId="{C8D4ECA4-5A3C-49EB-BB4B-7211A32EE5C5}"/>
          </ac:spMkLst>
        </pc:spChg>
        <pc:spChg chg="mod">
          <ac:chgData name="Amir Alizadeh" userId="1342facb-9595-4236-92e9-592b08afd82c" providerId="ADAL" clId="{D43EF229-234F-49AB-8CF0-9462C8974556}" dt="2024-10-08T13:01:10.829" v="693" actId="20577"/>
          <ac:spMkLst>
            <pc:docMk/>
            <pc:sldMk cId="1507037691" sldId="263"/>
            <ac:spMk id="127" creationId="{2CE11940-3E56-45AD-9117-AA93090D0013}"/>
          </ac:spMkLst>
        </pc:spChg>
        <pc:spChg chg="mod">
          <ac:chgData name="Amir Alizadeh" userId="1342facb-9595-4236-92e9-592b08afd82c" providerId="ADAL" clId="{D43EF229-234F-49AB-8CF0-9462C8974556}" dt="2024-10-08T13:03:18.899" v="722" actId="20577"/>
          <ac:spMkLst>
            <pc:docMk/>
            <pc:sldMk cId="1507037691" sldId="263"/>
            <ac:spMk id="169" creationId="{E5EC15C9-D36D-4E6E-AABB-9D1CED964C26}"/>
          </ac:spMkLst>
        </pc:spChg>
        <pc:spChg chg="mod">
          <ac:chgData name="Amir Alizadeh" userId="1342facb-9595-4236-92e9-592b08afd82c" providerId="ADAL" clId="{D43EF229-234F-49AB-8CF0-9462C8974556}" dt="2024-10-08T13:09:34.815" v="775" actId="1076"/>
          <ac:spMkLst>
            <pc:docMk/>
            <pc:sldMk cId="1507037691" sldId="263"/>
            <ac:spMk id="183" creationId="{E65FB31E-C401-45EF-953E-187D844F5799}"/>
          </ac:spMkLst>
        </pc:spChg>
        <pc:spChg chg="mod">
          <ac:chgData name="Amir Alizadeh" userId="1342facb-9595-4236-92e9-592b08afd82c" providerId="ADAL" clId="{D43EF229-234F-49AB-8CF0-9462C8974556}" dt="2024-10-08T13:08:01.947" v="764" actId="20577"/>
          <ac:spMkLst>
            <pc:docMk/>
            <pc:sldMk cId="1507037691" sldId="263"/>
            <ac:spMk id="217" creationId="{B04AE934-A49F-4201-BE72-33F1E689EF37}"/>
          </ac:spMkLst>
        </pc:spChg>
        <pc:spChg chg="mod">
          <ac:chgData name="Amir Alizadeh" userId="1342facb-9595-4236-92e9-592b08afd82c" providerId="ADAL" clId="{D43EF229-234F-49AB-8CF0-9462C8974556}" dt="2024-10-08T13:10:14.911" v="785" actId="1076"/>
          <ac:spMkLst>
            <pc:docMk/>
            <pc:sldMk cId="1507037691" sldId="263"/>
            <ac:spMk id="218" creationId="{3554113F-FEC4-407D-BA03-F1F8DAD35F87}"/>
          </ac:spMkLst>
        </pc:spChg>
        <pc:spChg chg="mod">
          <ac:chgData name="Amir Alizadeh" userId="1342facb-9595-4236-92e9-592b08afd82c" providerId="ADAL" clId="{D43EF229-234F-49AB-8CF0-9462C8974556}" dt="2024-10-08T13:10:11.959" v="784" actId="1076"/>
          <ac:spMkLst>
            <pc:docMk/>
            <pc:sldMk cId="1507037691" sldId="263"/>
            <ac:spMk id="219" creationId="{1F7D98AB-F8D0-457F-8602-A8B3B049A8F1}"/>
          </ac:spMkLst>
        </pc:spChg>
        <pc:spChg chg="mod">
          <ac:chgData name="Amir Alizadeh" userId="1342facb-9595-4236-92e9-592b08afd82c" providerId="ADAL" clId="{D43EF229-234F-49AB-8CF0-9462C8974556}" dt="2024-10-08T13:10:09.303" v="783" actId="1076"/>
          <ac:spMkLst>
            <pc:docMk/>
            <pc:sldMk cId="1507037691" sldId="263"/>
            <ac:spMk id="220" creationId="{ECD2FE66-4DC1-4DB1-A933-375F9A1419A0}"/>
          </ac:spMkLst>
        </pc:spChg>
        <pc:spChg chg="mod">
          <ac:chgData name="Amir Alizadeh" userId="1342facb-9595-4236-92e9-592b08afd82c" providerId="ADAL" clId="{D43EF229-234F-49AB-8CF0-9462C8974556}" dt="2024-10-08T12:54:11.992" v="657" actId="1076"/>
          <ac:spMkLst>
            <pc:docMk/>
            <pc:sldMk cId="1507037691" sldId="263"/>
            <ac:spMk id="256" creationId="{A7E6B5D1-68D4-458C-87AF-45E5FF9B72BC}"/>
          </ac:spMkLst>
        </pc:spChg>
        <pc:grpChg chg="add">
          <ac:chgData name="Amir Alizadeh" userId="1342facb-9595-4236-92e9-592b08afd82c" providerId="ADAL" clId="{D43EF229-234F-49AB-8CF0-9462C8974556}" dt="2024-10-08T13:11:11.606" v="786" actId="164"/>
          <ac:grpSpMkLst>
            <pc:docMk/>
            <pc:sldMk cId="1507037691" sldId="263"/>
            <ac:grpSpMk id="95" creationId="{BDD8BC0C-6716-455C-AC69-283FC801EB45}"/>
          </ac:grpSpMkLst>
        </pc:grpChg>
        <pc:cxnChg chg="mod">
          <ac:chgData name="Amir Alizadeh" userId="1342facb-9595-4236-92e9-592b08afd82c" providerId="ADAL" clId="{D43EF229-234F-49AB-8CF0-9462C8974556}" dt="2024-10-08T13:09:46.080" v="778" actId="1076"/>
          <ac:cxnSpMkLst>
            <pc:docMk/>
            <pc:sldMk cId="1507037691" sldId="263"/>
            <ac:cxnSpMk id="62" creationId="{9F9B3EC7-8953-4B7F-98A1-603816C3087C}"/>
          </ac:cxnSpMkLst>
        </pc:cxnChg>
        <pc:cxnChg chg="mod">
          <ac:chgData name="Amir Alizadeh" userId="1342facb-9595-4236-92e9-592b08afd82c" providerId="ADAL" clId="{D43EF229-234F-49AB-8CF0-9462C8974556}" dt="2024-10-08T12:55:55.727" v="660" actId="20577"/>
          <ac:cxnSpMkLst>
            <pc:docMk/>
            <pc:sldMk cId="1507037691" sldId="263"/>
            <ac:cxnSpMk id="63" creationId="{4A0137C2-66CC-4D93-836E-C8D45B2E36A2}"/>
          </ac:cxnSpMkLst>
        </pc:cxnChg>
        <pc:cxnChg chg="add mod">
          <ac:chgData name="Amir Alizadeh" userId="1342facb-9595-4236-92e9-592b08afd82c" providerId="ADAL" clId="{D43EF229-234F-49AB-8CF0-9462C8974556}" dt="2024-10-08T13:10:09.303" v="783" actId="1076"/>
          <ac:cxnSpMkLst>
            <pc:docMk/>
            <pc:sldMk cId="1507037691" sldId="263"/>
            <ac:cxnSpMk id="70" creationId="{99D11375-EA9E-4116-8F59-8B4E5C3B1D09}"/>
          </ac:cxnSpMkLst>
        </pc:cxnChg>
        <pc:cxnChg chg="mod">
          <ac:chgData name="Amir Alizadeh" userId="1342facb-9595-4236-92e9-592b08afd82c" providerId="ADAL" clId="{D43EF229-234F-49AB-8CF0-9462C8974556}" dt="2024-10-08T12:55:55.727" v="660" actId="20577"/>
          <ac:cxnSpMkLst>
            <pc:docMk/>
            <pc:sldMk cId="1507037691" sldId="263"/>
            <ac:cxnSpMk id="72" creationId="{777EF27B-B243-4B77-B531-16EA7A7B1BC5}"/>
          </ac:cxnSpMkLst>
        </pc:cxnChg>
        <pc:cxnChg chg="add mod">
          <ac:chgData name="Amir Alizadeh" userId="1342facb-9595-4236-92e9-592b08afd82c" providerId="ADAL" clId="{D43EF229-234F-49AB-8CF0-9462C8974556}" dt="2024-10-08T12:54:11.992" v="657" actId="1076"/>
          <ac:cxnSpMkLst>
            <pc:docMk/>
            <pc:sldMk cId="1507037691" sldId="263"/>
            <ac:cxnSpMk id="76" creationId="{1EDE366A-3641-441F-A91C-F9A0F5165E1D}"/>
          </ac:cxnSpMkLst>
        </pc:cxnChg>
        <pc:cxnChg chg="mod">
          <ac:chgData name="Amir Alizadeh" userId="1342facb-9595-4236-92e9-592b08afd82c" providerId="ADAL" clId="{D43EF229-234F-49AB-8CF0-9462C8974556}" dt="2024-10-08T12:50:16.512" v="622" actId="14100"/>
          <ac:cxnSpMkLst>
            <pc:docMk/>
            <pc:sldMk cId="1507037691" sldId="263"/>
            <ac:cxnSpMk id="83" creationId="{5F5A8DE0-E6C4-47EF-B1FE-36040BDD8700}"/>
          </ac:cxnSpMkLst>
        </pc:cxnChg>
        <pc:cxnChg chg="mod">
          <ac:chgData name="Amir Alizadeh" userId="1342facb-9595-4236-92e9-592b08afd82c" providerId="ADAL" clId="{D43EF229-234F-49AB-8CF0-9462C8974556}" dt="2024-10-08T13:09:46.080" v="778" actId="1076"/>
          <ac:cxnSpMkLst>
            <pc:docMk/>
            <pc:sldMk cId="1507037691" sldId="263"/>
            <ac:cxnSpMk id="101" creationId="{6E33C0BE-9C28-459B-B5D8-96204AEB811C}"/>
          </ac:cxnSpMkLst>
        </pc:cxnChg>
        <pc:cxnChg chg="mod">
          <ac:chgData name="Amir Alizadeh" userId="1342facb-9595-4236-92e9-592b08afd82c" providerId="ADAL" clId="{D43EF229-234F-49AB-8CF0-9462C8974556}" dt="2024-10-08T13:12:21.472" v="787" actId="20577"/>
          <ac:cxnSpMkLst>
            <pc:docMk/>
            <pc:sldMk cId="1507037691" sldId="263"/>
            <ac:cxnSpMk id="106" creationId="{CBD9F5C6-2DDE-41F6-955B-D55F85F02B4C}"/>
          </ac:cxnSpMkLst>
        </pc:cxnChg>
        <pc:cxnChg chg="mod">
          <ac:chgData name="Amir Alizadeh" userId="1342facb-9595-4236-92e9-592b08afd82c" providerId="ADAL" clId="{D43EF229-234F-49AB-8CF0-9462C8974556}" dt="2024-10-08T13:09:44.247" v="777" actId="1076"/>
          <ac:cxnSpMkLst>
            <pc:docMk/>
            <pc:sldMk cId="1507037691" sldId="263"/>
            <ac:cxnSpMk id="123" creationId="{B6E60972-7233-4A11-AA5C-EEDB305F624D}"/>
          </ac:cxnSpMkLst>
        </pc:cxnChg>
        <pc:cxnChg chg="mod">
          <ac:chgData name="Amir Alizadeh" userId="1342facb-9595-4236-92e9-592b08afd82c" providerId="ADAL" clId="{D43EF229-234F-49AB-8CF0-9462C8974556}" dt="2024-10-08T13:12:21.472" v="787" actId="20577"/>
          <ac:cxnSpMkLst>
            <pc:docMk/>
            <pc:sldMk cId="1507037691" sldId="263"/>
            <ac:cxnSpMk id="129" creationId="{E2AB73D0-096C-474B-BA47-6BE270115C2F}"/>
          </ac:cxnSpMkLst>
        </pc:cxnChg>
        <pc:cxnChg chg="mod">
          <ac:chgData name="Amir Alizadeh" userId="1342facb-9595-4236-92e9-592b08afd82c" providerId="ADAL" clId="{D43EF229-234F-49AB-8CF0-9462C8974556}" dt="2024-10-08T13:12:21.472" v="787" actId="20577"/>
          <ac:cxnSpMkLst>
            <pc:docMk/>
            <pc:sldMk cId="1507037691" sldId="263"/>
            <ac:cxnSpMk id="130" creationId="{F6B36218-D438-4107-A6F3-B0585877203E}"/>
          </ac:cxnSpMkLst>
        </pc:cxnChg>
        <pc:cxnChg chg="mod">
          <ac:chgData name="Amir Alizadeh" userId="1342facb-9595-4236-92e9-592b08afd82c" providerId="ADAL" clId="{D43EF229-234F-49AB-8CF0-9462C8974556}" dt="2024-10-08T13:09:56.055" v="780" actId="1076"/>
          <ac:cxnSpMkLst>
            <pc:docMk/>
            <pc:sldMk cId="1507037691" sldId="263"/>
            <ac:cxnSpMk id="139" creationId="{FA2D81C7-EBA3-48D3-AFB5-A700963C80D0}"/>
          </ac:cxnSpMkLst>
        </pc:cxnChg>
        <pc:cxnChg chg="mod">
          <ac:chgData name="Amir Alizadeh" userId="1342facb-9595-4236-92e9-592b08afd82c" providerId="ADAL" clId="{D43EF229-234F-49AB-8CF0-9462C8974556}" dt="2024-10-08T13:09:56.055" v="780" actId="1076"/>
          <ac:cxnSpMkLst>
            <pc:docMk/>
            <pc:sldMk cId="1507037691" sldId="263"/>
            <ac:cxnSpMk id="142" creationId="{467DBA89-3388-47DC-86C3-9B5BE0245FE0}"/>
          </ac:cxnSpMkLst>
        </pc:cxnChg>
        <pc:cxnChg chg="mod">
          <ac:chgData name="Amir Alizadeh" userId="1342facb-9595-4236-92e9-592b08afd82c" providerId="ADAL" clId="{D43EF229-234F-49AB-8CF0-9462C8974556}" dt="2024-10-08T13:09:46.080" v="778" actId="1076"/>
          <ac:cxnSpMkLst>
            <pc:docMk/>
            <pc:sldMk cId="1507037691" sldId="263"/>
            <ac:cxnSpMk id="151" creationId="{B772D972-6632-4F3F-BB34-16C94B72475C}"/>
          </ac:cxnSpMkLst>
        </pc:cxnChg>
        <pc:cxnChg chg="mod">
          <ac:chgData name="Amir Alizadeh" userId="1342facb-9595-4236-92e9-592b08afd82c" providerId="ADAL" clId="{D43EF229-234F-49AB-8CF0-9462C8974556}" dt="2024-10-08T13:09:56.055" v="780" actId="1076"/>
          <ac:cxnSpMkLst>
            <pc:docMk/>
            <pc:sldMk cId="1507037691" sldId="263"/>
            <ac:cxnSpMk id="166" creationId="{3A0877F5-7350-4BB2-994F-18278A8F6E87}"/>
          </ac:cxnSpMkLst>
        </pc:cxnChg>
        <pc:cxnChg chg="mod">
          <ac:chgData name="Amir Alizadeh" userId="1342facb-9595-4236-92e9-592b08afd82c" providerId="ADAL" clId="{D43EF229-234F-49AB-8CF0-9462C8974556}" dt="2024-10-08T13:12:21.472" v="787" actId="20577"/>
          <ac:cxnSpMkLst>
            <pc:docMk/>
            <pc:sldMk cId="1507037691" sldId="263"/>
            <ac:cxnSpMk id="170" creationId="{1263FE9B-7698-428A-8C72-F90E6526DA6C}"/>
          </ac:cxnSpMkLst>
        </pc:cxnChg>
        <pc:cxnChg chg="mod">
          <ac:chgData name="Amir Alizadeh" userId="1342facb-9595-4236-92e9-592b08afd82c" providerId="ADAL" clId="{D43EF229-234F-49AB-8CF0-9462C8974556}" dt="2024-10-08T13:09:56.055" v="780" actId="1076"/>
          <ac:cxnSpMkLst>
            <pc:docMk/>
            <pc:sldMk cId="1507037691" sldId="263"/>
            <ac:cxnSpMk id="171" creationId="{CA49D9FC-C41D-4735-B57E-0AB4FB414245}"/>
          </ac:cxnSpMkLst>
        </pc:cxnChg>
        <pc:cxnChg chg="mod">
          <ac:chgData name="Amir Alizadeh" userId="1342facb-9595-4236-92e9-592b08afd82c" providerId="ADAL" clId="{D43EF229-234F-49AB-8CF0-9462C8974556}" dt="2024-10-08T13:09:34.815" v="775" actId="1076"/>
          <ac:cxnSpMkLst>
            <pc:docMk/>
            <pc:sldMk cId="1507037691" sldId="263"/>
            <ac:cxnSpMk id="184" creationId="{3D60776C-0410-4C36-A8F4-BE2957ED7860}"/>
          </ac:cxnSpMkLst>
        </pc:cxnChg>
        <pc:cxnChg chg="mod">
          <ac:chgData name="Amir Alizadeh" userId="1342facb-9595-4236-92e9-592b08afd82c" providerId="ADAL" clId="{D43EF229-234F-49AB-8CF0-9462C8974556}" dt="2024-10-08T13:09:34.815" v="775" actId="1076"/>
          <ac:cxnSpMkLst>
            <pc:docMk/>
            <pc:sldMk cId="1507037691" sldId="263"/>
            <ac:cxnSpMk id="187" creationId="{36F69EE8-60C2-4330-9782-4BB8C5DEE8BC}"/>
          </ac:cxnSpMkLst>
        </pc:cxnChg>
        <pc:cxnChg chg="mod">
          <ac:chgData name="Amir Alizadeh" userId="1342facb-9595-4236-92e9-592b08afd82c" providerId="ADAL" clId="{D43EF229-234F-49AB-8CF0-9462C8974556}" dt="2024-10-08T13:09:34.815" v="775" actId="1076"/>
          <ac:cxnSpMkLst>
            <pc:docMk/>
            <pc:sldMk cId="1507037691" sldId="263"/>
            <ac:cxnSpMk id="188" creationId="{D3DF08DD-2D58-46B3-8672-B0992E19B34D}"/>
          </ac:cxnSpMkLst>
        </pc:cxnChg>
        <pc:cxnChg chg="mod">
          <ac:chgData name="Amir Alizadeh" userId="1342facb-9595-4236-92e9-592b08afd82c" providerId="ADAL" clId="{D43EF229-234F-49AB-8CF0-9462C8974556}" dt="2024-10-08T13:09:34.815" v="775" actId="1076"/>
          <ac:cxnSpMkLst>
            <pc:docMk/>
            <pc:sldMk cId="1507037691" sldId="263"/>
            <ac:cxnSpMk id="189" creationId="{A977D39E-4645-49DF-84CB-504751DD966A}"/>
          </ac:cxnSpMkLst>
        </pc:cxnChg>
        <pc:cxnChg chg="mod">
          <ac:chgData name="Amir Alizadeh" userId="1342facb-9595-4236-92e9-592b08afd82c" providerId="ADAL" clId="{D43EF229-234F-49AB-8CF0-9462C8974556}" dt="2024-10-08T13:09:46.080" v="778" actId="1076"/>
          <ac:cxnSpMkLst>
            <pc:docMk/>
            <pc:sldMk cId="1507037691" sldId="263"/>
            <ac:cxnSpMk id="190" creationId="{58C90BD5-1BBB-441C-BC75-0458B5561E95}"/>
          </ac:cxnSpMkLst>
        </pc:cxnChg>
        <pc:cxnChg chg="mod">
          <ac:chgData name="Amir Alizadeh" userId="1342facb-9595-4236-92e9-592b08afd82c" providerId="ADAL" clId="{D43EF229-234F-49AB-8CF0-9462C8974556}" dt="2024-10-08T13:10:11.959" v="784" actId="1076"/>
          <ac:cxnSpMkLst>
            <pc:docMk/>
            <pc:sldMk cId="1507037691" sldId="263"/>
            <ac:cxnSpMk id="231" creationId="{CE0F2808-BAF8-4C2A-978C-05501009832B}"/>
          </ac:cxnSpMkLst>
        </pc:cxnChg>
        <pc:cxnChg chg="mod">
          <ac:chgData name="Amir Alizadeh" userId="1342facb-9595-4236-92e9-592b08afd82c" providerId="ADAL" clId="{D43EF229-234F-49AB-8CF0-9462C8974556}" dt="2024-10-08T13:10:14.911" v="785" actId="1076"/>
          <ac:cxnSpMkLst>
            <pc:docMk/>
            <pc:sldMk cId="1507037691" sldId="263"/>
            <ac:cxnSpMk id="235" creationId="{C9D145A7-7132-4C8A-A507-C64DF5AC4655}"/>
          </ac:cxnSpMkLst>
        </pc:cxnChg>
        <pc:cxnChg chg="mod">
          <ac:chgData name="Amir Alizadeh" userId="1342facb-9595-4236-92e9-592b08afd82c" providerId="ADAL" clId="{D43EF229-234F-49AB-8CF0-9462C8974556}" dt="2024-10-08T13:10:09.303" v="783" actId="1076"/>
          <ac:cxnSpMkLst>
            <pc:docMk/>
            <pc:sldMk cId="1507037691" sldId="263"/>
            <ac:cxnSpMk id="236" creationId="{6359C0EC-565D-42E7-8CAC-0D9475BF42E1}"/>
          </ac:cxnSpMkLst>
        </pc:cxnChg>
        <pc:cxnChg chg="mod">
          <ac:chgData name="Amir Alizadeh" userId="1342facb-9595-4236-92e9-592b08afd82c" providerId="ADAL" clId="{D43EF229-234F-49AB-8CF0-9462C8974556}" dt="2024-10-08T13:10:14.911" v="785" actId="1076"/>
          <ac:cxnSpMkLst>
            <pc:docMk/>
            <pc:sldMk cId="1507037691" sldId="263"/>
            <ac:cxnSpMk id="237" creationId="{6FF161F8-8FEB-4B15-8644-7D19AE69DE15}"/>
          </ac:cxnSpMkLst>
        </pc:cxnChg>
        <pc:cxnChg chg="mod">
          <ac:chgData name="Amir Alizadeh" userId="1342facb-9595-4236-92e9-592b08afd82c" providerId="ADAL" clId="{D43EF229-234F-49AB-8CF0-9462C8974556}" dt="2024-10-08T13:10:11.959" v="784" actId="1076"/>
          <ac:cxnSpMkLst>
            <pc:docMk/>
            <pc:sldMk cId="1507037691" sldId="263"/>
            <ac:cxnSpMk id="238" creationId="{041ECA69-6A89-40EC-BCA8-B2540BAC8A86}"/>
          </ac:cxnSpMkLst>
        </pc:cxnChg>
        <pc:cxnChg chg="mod">
          <ac:chgData name="Amir Alizadeh" userId="1342facb-9595-4236-92e9-592b08afd82c" providerId="ADAL" clId="{D43EF229-234F-49AB-8CF0-9462C8974556}" dt="2024-10-08T12:54:11.992" v="657" actId="1076"/>
          <ac:cxnSpMkLst>
            <pc:docMk/>
            <pc:sldMk cId="1507037691" sldId="263"/>
            <ac:cxnSpMk id="258" creationId="{D9B43876-0764-461A-8A69-41181D75E6A4}"/>
          </ac:cxnSpMkLst>
        </pc:cxnChg>
        <pc:cxnChg chg="mod">
          <ac:chgData name="Amir Alizadeh" userId="1342facb-9595-4236-92e9-592b08afd82c" providerId="ADAL" clId="{D43EF229-234F-49AB-8CF0-9462C8974556}" dt="2024-10-08T12:54:14.863" v="658" actId="14100"/>
          <ac:cxnSpMkLst>
            <pc:docMk/>
            <pc:sldMk cId="1507037691" sldId="263"/>
            <ac:cxnSpMk id="259" creationId="{D27158DA-CFF7-4611-9336-8DC33C973F64}"/>
          </ac:cxnSpMkLst>
        </pc:cxnChg>
      </pc:sldChg>
    </pc:docChg>
  </pc:docChgLst>
  <pc:docChgLst>
    <pc:chgData name="Amir Alizadeh (Doctoral Researcher)" userId="1342facb-9595-4236-92e9-592b08afd82c" providerId="ADAL" clId="{D6F650A9-1E39-4DBD-85DC-40E547A42025}"/>
    <pc:docChg chg="undo redo custSel addSld modSld">
      <pc:chgData name="Amir Alizadeh (Doctoral Researcher)" userId="1342facb-9595-4236-92e9-592b08afd82c" providerId="ADAL" clId="{D6F650A9-1E39-4DBD-85DC-40E547A42025}" dt="2025-06-10T14:17:55.505" v="571" actId="1582"/>
      <pc:docMkLst>
        <pc:docMk/>
      </pc:docMkLst>
      <pc:sldChg chg="addSp delSp modSp add mod">
        <pc:chgData name="Amir Alizadeh (Doctoral Researcher)" userId="1342facb-9595-4236-92e9-592b08afd82c" providerId="ADAL" clId="{D6F650A9-1E39-4DBD-85DC-40E547A42025}" dt="2025-06-10T14:17:55.505" v="571" actId="1582"/>
        <pc:sldMkLst>
          <pc:docMk/>
          <pc:sldMk cId="1604584641" sldId="264"/>
        </pc:sldMkLst>
        <pc:spChg chg="add del mod">
          <ac:chgData name="Amir Alizadeh (Doctoral Researcher)" userId="1342facb-9595-4236-92e9-592b08afd82c" providerId="ADAL" clId="{D6F650A9-1E39-4DBD-85DC-40E547A42025}" dt="2025-05-22T11:57:53.528" v="82" actId="478"/>
          <ac:spMkLst>
            <pc:docMk/>
            <pc:sldMk cId="1604584641" sldId="264"/>
            <ac:spMk id="2" creationId="{E6F46733-1A33-13A5-9109-0AFF1CE619C0}"/>
          </ac:spMkLst>
        </pc:spChg>
        <pc:spChg chg="add 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3" creationId="{E93C9420-DF69-9CC6-3C1A-E23E7467DAA5}"/>
          </ac:spMkLst>
        </pc:spChg>
        <pc:spChg chg="add 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4" creationId="{6A7DD54D-C6C5-A8E2-C3AE-F5FDB8017A0D}"/>
          </ac:spMkLst>
        </pc:spChg>
        <pc:spChg chg="add del">
          <ac:chgData name="Amir Alizadeh (Doctoral Researcher)" userId="1342facb-9595-4236-92e9-592b08afd82c" providerId="ADAL" clId="{D6F650A9-1E39-4DBD-85DC-40E547A42025}" dt="2025-05-23T12:48:12.670" v="462" actId="11529"/>
          <ac:spMkLst>
            <pc:docMk/>
            <pc:sldMk cId="1604584641" sldId="264"/>
            <ac:spMk id="16" creationId="{FF504981-C01A-13F5-1E2B-FC8C647367D7}"/>
          </ac:spMkLst>
        </pc:spChg>
        <pc:spChg chg="add 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21" creationId="{24002C54-2AF1-8D41-971F-C8657F73CC97}"/>
          </ac:spMkLst>
        </pc:spChg>
        <pc:spChg chg="add mod">
          <ac:chgData name="Amir Alizadeh (Doctoral Researcher)" userId="1342facb-9595-4236-92e9-592b08afd82c" providerId="ADAL" clId="{D6F650A9-1E39-4DBD-85DC-40E547A42025}" dt="2025-06-10T14:15:31.009" v="570" actId="20577"/>
          <ac:spMkLst>
            <pc:docMk/>
            <pc:sldMk cId="1604584641" sldId="264"/>
            <ac:spMk id="32" creationId="{5AED89EF-B930-2A4E-7A4B-19BEE5E37E66}"/>
          </ac:spMkLst>
        </pc:spChg>
        <pc:spChg chg="add mod or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37" creationId="{AEDD2192-43B6-C471-2741-4410BCFAD8AC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39" creationId="{46182AE5-B0B2-587C-A1A2-89D7025E27FA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40" creationId="{87FFA9F3-1539-09BB-6229-480FCB6752C7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44" creationId="{D5113F5D-EDBC-7A81-4F96-DB128A0D722D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46" creationId="{F3C893EC-FAD7-43DE-C00D-E621961BF8C2}"/>
          </ac:spMkLst>
        </pc:spChg>
        <pc:spChg chg="del mod">
          <ac:chgData name="Amir Alizadeh (Doctoral Researcher)" userId="1342facb-9595-4236-92e9-592b08afd82c" providerId="ADAL" clId="{D6F650A9-1E39-4DBD-85DC-40E547A42025}" dt="2025-05-22T12:09:40.617" v="334" actId="478"/>
          <ac:spMkLst>
            <pc:docMk/>
            <pc:sldMk cId="1604584641" sldId="264"/>
            <ac:spMk id="49" creationId="{0C2CEDFD-5E05-4C0E-9E5F-BDB4326CCE61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50" creationId="{32FE28B7-A1B0-5C84-A55C-324E8D14C074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52" creationId="{66BDB60A-BDAE-F87C-1FAE-3983992F686B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53" creationId="{003936B3-35BD-0412-B75B-3C3619A129FF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54" creationId="{F234C5C5-14C7-1586-3D25-4EF7838040C8}"/>
          </ac:spMkLst>
        </pc:spChg>
        <pc:spChg chg="mod">
          <ac:chgData name="Amir Alizadeh (Doctoral Researcher)" userId="1342facb-9595-4236-92e9-592b08afd82c" providerId="ADAL" clId="{D6F650A9-1E39-4DBD-85DC-40E547A42025}" dt="2025-06-10T14:17:55.505" v="571" actId="1582"/>
          <ac:spMkLst>
            <pc:docMk/>
            <pc:sldMk cId="1604584641" sldId="264"/>
            <ac:spMk id="57" creationId="{EFC87695-7722-4E59-8D08-1D8F41BF6BB7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61" creationId="{032C0369-1DA6-424F-AD1E-128C38A85DFE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65" creationId="{BF7E2E3D-6009-8B71-16EF-3B1B1B5E7FCE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68" creationId="{B65BB337-AB29-4A2F-9B95-BD0B8FDB0551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77" creationId="{9E75EA2B-A583-1C8B-4095-608D182E6380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78" creationId="{26579478-0BE3-A14E-E3F6-00EF85B24718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79" creationId="{11FCB8C0-20E7-C82F-2D40-96EA71C4A0A8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80" creationId="{1EDC2C47-CD0C-42C3-9894-83507EAC49D8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81" creationId="{2ACB4499-2189-108E-9A15-DF761EAC3A99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84" creationId="{93252E0A-5233-47BA-A7E4-ED20C4C770A7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89" creationId="{CE7B34BA-E511-A5C7-A4D4-473AF7CBD6FC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90" creationId="{35D168A1-0B1B-BDFE-BFB0-2B34B1D920BE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91" creationId="{6B8F4B87-2528-BE49-798F-3652ED3616EE}"/>
          </ac:spMkLst>
        </pc:spChg>
        <pc:spChg chg="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97" creationId="{53C5A179-F92A-E522-9AB9-30AFD54F86C8}"/>
          </ac:spMkLst>
        </pc:spChg>
        <pc:spChg chg="add 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100" creationId="{B2991959-0DA2-34C0-D04E-966D4E735860}"/>
          </ac:spMkLst>
        </pc:spChg>
        <pc:spChg chg="add 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102" creationId="{9834126B-F42D-6F27-D122-7C9F885F6A3A}"/>
          </ac:spMkLst>
        </pc:spChg>
        <pc:spChg chg="add mod">
          <ac:chgData name="Amir Alizadeh (Doctoral Researcher)" userId="1342facb-9595-4236-92e9-592b08afd82c" providerId="ADAL" clId="{D6F650A9-1E39-4DBD-85DC-40E547A42025}" dt="2025-05-22T12:12:26.900" v="341"/>
          <ac:spMkLst>
            <pc:docMk/>
            <pc:sldMk cId="1604584641" sldId="264"/>
            <ac:spMk id="105" creationId="{53B32492-8573-3189-AE67-5C84FCC1A317}"/>
          </ac:spMkLst>
        </pc:spChg>
        <pc:spChg chg="add 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109" creationId="{D26EC05A-9AB7-AF20-F94A-08B80129543A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122" creationId="{B1725E9C-B319-48EE-8EFE-F24FFCA601FA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125" creationId="{3A786508-AA35-431A-802E-C71150D70B4E}"/>
          </ac:spMkLst>
        </pc:spChg>
        <pc:spChg chg="mod">
          <ac:chgData name="Amir Alizadeh (Doctoral Researcher)" userId="1342facb-9595-4236-92e9-592b08afd82c" providerId="ADAL" clId="{D6F650A9-1E39-4DBD-85DC-40E547A42025}" dt="2025-05-27T20:05:50.769" v="568" actId="1582"/>
          <ac:spMkLst>
            <pc:docMk/>
            <pc:sldMk cId="1604584641" sldId="264"/>
            <ac:spMk id="126" creationId="{C8D4ECA4-5A3C-49EB-BB4B-7211A32EE5C5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127" creationId="{2CE11940-3E56-45AD-9117-AA93090D0013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169" creationId="{E5EC15C9-D36D-4E6E-AABB-9D1CED964C26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183" creationId="{E65FB31E-C401-45EF-953E-187D844F5799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217" creationId="{B04AE934-A49F-4201-BE72-33F1E689EF37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218" creationId="{3554113F-FEC4-407D-BA03-F1F8DAD35F87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219" creationId="{1F7D98AB-F8D0-457F-8602-A8B3B049A8F1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220" creationId="{ECD2FE66-4DC1-4DB1-A933-375F9A1419A0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254" creationId="{6817AD1F-B760-444B-A799-EEF5D60255FB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255" creationId="{725DB638-9E63-407E-AB51-536A6509148B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256" creationId="{A7E6B5D1-68D4-458C-87AF-45E5FF9B72BC}"/>
          </ac:spMkLst>
        </pc:spChg>
        <pc:spChg chg="mod">
          <ac:chgData name="Amir Alizadeh (Doctoral Researcher)" userId="1342facb-9595-4236-92e9-592b08afd82c" providerId="ADAL" clId="{D6F650A9-1E39-4DBD-85DC-40E547A42025}" dt="2025-05-27T20:05:34.032" v="567" actId="255"/>
          <ac:spMkLst>
            <pc:docMk/>
            <pc:sldMk cId="1604584641" sldId="264"/>
            <ac:spMk id="261" creationId="{5BC12D01-EFD0-448C-984D-5BA2EFD52F2B}"/>
          </ac:spMkLst>
        </pc:spChg>
        <pc:grpChg chg="add mod">
          <ac:chgData name="Amir Alizadeh (Doctoral Researcher)" userId="1342facb-9595-4236-92e9-592b08afd82c" providerId="ADAL" clId="{D6F650A9-1E39-4DBD-85DC-40E547A42025}" dt="2025-05-27T20:05:34.032" v="567" actId="255"/>
          <ac:grpSpMkLst>
            <pc:docMk/>
            <pc:sldMk cId="1604584641" sldId="264"/>
            <ac:grpSpMk id="38" creationId="{2C2D270F-CBDF-9CDE-0175-09AA0E7E38A0}"/>
          </ac:grpSpMkLst>
        </pc:grpChg>
        <pc:grpChg chg="add mod">
          <ac:chgData name="Amir Alizadeh (Doctoral Researcher)" userId="1342facb-9595-4236-92e9-592b08afd82c" providerId="ADAL" clId="{D6F650A9-1E39-4DBD-85DC-40E547A42025}" dt="2025-05-22T12:12:26.900" v="341"/>
          <ac:grpSpMkLst>
            <pc:docMk/>
            <pc:sldMk cId="1604584641" sldId="264"/>
            <ac:grpSpMk id="38" creationId="{9EB394F4-C475-E014-7E82-28AE0CF5EB0A}"/>
          </ac:grpSpMkLst>
        </pc:grpChg>
        <pc:grpChg chg="mod">
          <ac:chgData name="Amir Alizadeh (Doctoral Researcher)" userId="1342facb-9595-4236-92e9-592b08afd82c" providerId="ADAL" clId="{D6F650A9-1E39-4DBD-85DC-40E547A42025}" dt="2025-05-27T20:05:34.032" v="567" actId="255"/>
          <ac:grpSpMkLst>
            <pc:docMk/>
            <pc:sldMk cId="1604584641" sldId="264"/>
            <ac:grpSpMk id="95" creationId="{BDD8BC0C-6716-455C-AC69-283FC801EB45}"/>
          </ac:grpSpMkLst>
        </pc:grpChg>
        <pc:cxnChg chg="add 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5" creationId="{14286658-A2AD-76F6-776A-6128069C8837}"/>
          </ac:cxnSpMkLst>
        </pc:cxnChg>
        <pc:cxnChg chg="add del">
          <ac:chgData name="Amir Alizadeh (Doctoral Researcher)" userId="1342facb-9595-4236-92e9-592b08afd82c" providerId="ADAL" clId="{D6F650A9-1E39-4DBD-85DC-40E547A42025}" dt="2025-05-22T12:01:57.968" v="233" actId="11529"/>
          <ac:cxnSpMkLst>
            <pc:docMk/>
            <pc:sldMk cId="1604584641" sldId="264"/>
            <ac:cxnSpMk id="9" creationId="{CB99F379-BF29-0202-9D4D-47FF0886E7AC}"/>
          </ac:cxnSpMkLst>
        </pc:cxnChg>
        <pc:cxnChg chg="add 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3" creationId="{7A61E435-49D7-CE02-054D-1EC6F251CC7F}"/>
          </ac:cxnSpMkLst>
        </pc:cxnChg>
        <pc:cxnChg chg="add del mod">
          <ac:chgData name="Amir Alizadeh (Doctoral Researcher)" userId="1342facb-9595-4236-92e9-592b08afd82c" providerId="ADAL" clId="{D6F650A9-1E39-4DBD-85DC-40E547A42025}" dt="2025-05-22T12:03:50.770" v="246" actId="478"/>
          <ac:cxnSpMkLst>
            <pc:docMk/>
            <pc:sldMk cId="1604584641" sldId="264"/>
            <ac:cxnSpMk id="19" creationId="{46FDB8F6-6F7B-8354-A01D-19A40F4F2CCE}"/>
          </ac:cxnSpMkLst>
        </pc:cxnChg>
        <pc:cxnChg chg="add 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24" creationId="{341F7DCA-E2EF-230B-358C-C0DB2CDA135A}"/>
          </ac:cxnSpMkLst>
        </pc:cxnChg>
        <pc:cxnChg chg="add del mod">
          <ac:chgData name="Amir Alizadeh (Doctoral Researcher)" userId="1342facb-9595-4236-92e9-592b08afd82c" providerId="ADAL" clId="{D6F650A9-1E39-4DBD-85DC-40E547A42025}" dt="2025-05-22T12:05:31.360" v="260" actId="478"/>
          <ac:cxnSpMkLst>
            <pc:docMk/>
            <pc:sldMk cId="1604584641" sldId="264"/>
            <ac:cxnSpMk id="28" creationId="{9A2B46A0-687B-92FE-460B-4F7355064FA8}"/>
          </ac:cxnSpMkLst>
        </pc:cxnChg>
        <pc:cxnChg chg="add 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34" creationId="{996A0A5E-2BF4-BBD8-7B88-ECE16A6605D8}"/>
          </ac:cxnSpMkLst>
        </pc:cxnChg>
        <pc:cxnChg chg="add 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36" creationId="{4567DBA8-609C-3916-7E43-045547E8EEB2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41" creationId="{E5652E45-A2D2-F1F4-5E27-FBAF65C49566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42" creationId="{1EC98EE5-D9BE-FC8B-9E58-751137FF4C01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43" creationId="{B36540F9-6B44-857C-CAA2-A625EDD3C56B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45" creationId="{1E48E74D-9C4C-D4B6-8133-2A0B23F45878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47" creationId="{B5C120B1-D6D9-EAF3-5F02-5ACEF336C989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48" creationId="{81E181C1-A1F0-4476-E428-5B876FAFF8F6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51" creationId="{05D788D6-B20C-E272-612E-E00FD921CAE9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55" creationId="{7D957219-F68F-9F65-864B-4EF45A6CB0A5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56" creationId="{D8B01DC8-8003-8D02-C32B-8B5BCBF69AEF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58" creationId="{75D66DB2-F30D-0CCE-DDDB-0BEBDF52B729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59" creationId="{7132C50D-F892-B9ED-401C-FF7C4D976955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60" creationId="{9BBC83AF-F9C7-D998-C5B8-A3A5B18C4E45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62" creationId="{9F9B3EC7-8953-4B7F-98A1-603816C3087C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63" creationId="{4A0137C2-66CC-4D93-836E-C8D45B2E36A2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64" creationId="{8F4231A0-E343-D36E-0FED-3863FA1A0710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66" creationId="{0D0D603F-6ACD-3AE7-E453-10D29980EA43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67" creationId="{7EA6960D-EC53-7729-12D5-C503503D657B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69" creationId="{517A9D02-C006-FE73-ED92-07D5AA0E9E3F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70" creationId="{99D11375-EA9E-4116-8F59-8B4E5C3B1D09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71" creationId="{9D1D54EF-8E1A-7079-EC58-7613FC811CF4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72" creationId="{777EF27B-B243-4B77-B531-16EA7A7B1BC5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73" creationId="{535C4490-9D03-D81E-1446-9F4D7288D191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74" creationId="{DE7F7F4D-BDD0-881A-ADC6-C7FA13E18120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75" creationId="{34CE11D7-0554-B471-E934-09F03412ADA6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76" creationId="{1EDE366A-3641-441F-A91C-F9A0F5165E1D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82" creationId="{87D1C372-3065-B3B3-05FE-21FF8BD76FFF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83" creationId="{5F5A8DE0-E6C4-47EF-B1FE-36040BDD8700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85" creationId="{7B94E4EF-3FD4-B8E2-3F10-0A652B07F79C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86" creationId="{26D4407D-5A2B-A918-4128-B584539AF12B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87" creationId="{EDADEEAB-3631-374F-83E3-1D68D0759677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88" creationId="{FCBA6155-840F-DCDE-8B36-23FB6D77FA29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92" creationId="{B8BBC8D2-FB7F-C41F-965F-A943D066904D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93" creationId="{AD3FD945-5324-BB0C-F667-5C2D7AF338AC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94" creationId="{6143FB35-7ABF-F48E-494F-7C538EC05E02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96" creationId="{6952251E-5431-0C1D-EF9F-E302EE6D6F61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98" creationId="{8524CCAF-4D3D-23D9-6949-BBFD456BABA3}"/>
          </ac:cxnSpMkLst>
        </pc:cxnChg>
        <pc:cxnChg chg="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99" creationId="{740A376A-9B8F-F024-55C5-D20775E22253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01" creationId="{6E33C0BE-9C28-459B-B5D8-96204AEB811C}"/>
          </ac:cxnSpMkLst>
        </pc:cxnChg>
        <pc:cxnChg chg="add 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103" creationId="{E122D564-C5EF-0F5C-A9D4-DF49F9041048}"/>
          </ac:cxnSpMkLst>
        </pc:cxnChg>
        <pc:cxnChg chg="add 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104" creationId="{2B644C17-03E4-858E-009E-C9605BCE51A8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06" creationId="{CBD9F5C6-2DDE-41F6-955B-D55F85F02B4C}"/>
          </ac:cxnSpMkLst>
        </pc:cxnChg>
        <pc:cxnChg chg="add 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107" creationId="{352C9418-2BEF-6054-6373-424B06B8546F}"/>
          </ac:cxnSpMkLst>
        </pc:cxnChg>
        <pc:cxnChg chg="add mod">
          <ac:chgData name="Amir Alizadeh (Doctoral Researcher)" userId="1342facb-9595-4236-92e9-592b08afd82c" providerId="ADAL" clId="{D6F650A9-1E39-4DBD-85DC-40E547A42025}" dt="2025-05-22T12:12:26.900" v="341"/>
          <ac:cxnSpMkLst>
            <pc:docMk/>
            <pc:sldMk cId="1604584641" sldId="264"/>
            <ac:cxnSpMk id="108" creationId="{3F571968-A5C6-AAD8-B160-D08C16B5A9E3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23" creationId="{B6E60972-7233-4A11-AA5C-EEDB305F624D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29" creationId="{E2AB73D0-096C-474B-BA47-6BE270115C2F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30" creationId="{F6B36218-D438-4107-A6F3-B0585877203E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39" creationId="{FA2D81C7-EBA3-48D3-AFB5-A700963C80D0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42" creationId="{467DBA89-3388-47DC-86C3-9B5BE0245FE0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51" creationId="{B772D972-6632-4F3F-BB34-16C94B72475C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66" creationId="{3A0877F5-7350-4BB2-994F-18278A8F6E87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70" creationId="{1263FE9B-7698-428A-8C72-F90E6526DA6C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71" creationId="{CA49D9FC-C41D-4735-B57E-0AB4FB414245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84" creationId="{3D60776C-0410-4C36-A8F4-BE2957ED7860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87" creationId="{36F69EE8-60C2-4330-9782-4BB8C5DEE8BC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88" creationId="{D3DF08DD-2D58-46B3-8672-B0992E19B34D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89" creationId="{A977D39E-4645-49DF-84CB-504751DD966A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190" creationId="{58C90BD5-1BBB-441C-BC75-0458B5561E95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231" creationId="{CE0F2808-BAF8-4C2A-978C-05501009832B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235" creationId="{C9D145A7-7132-4C8A-A507-C64DF5AC4655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236" creationId="{6359C0EC-565D-42E7-8CAC-0D9475BF42E1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237" creationId="{6FF161F8-8FEB-4B15-8644-7D19AE69DE15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238" creationId="{041ECA69-6A89-40EC-BCA8-B2540BAC8A86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257" creationId="{80D58ED5-DFB2-4C59-808B-7BEB2DA823CB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258" creationId="{D9B43876-0764-461A-8A69-41181D75E6A4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259" creationId="{D27158DA-CFF7-4611-9336-8DC33C973F64}"/>
          </ac:cxnSpMkLst>
        </pc:cxnChg>
        <pc:cxnChg chg="mod">
          <ac:chgData name="Amir Alizadeh (Doctoral Researcher)" userId="1342facb-9595-4236-92e9-592b08afd82c" providerId="ADAL" clId="{D6F650A9-1E39-4DBD-85DC-40E547A42025}" dt="2025-05-27T20:05:34.032" v="567" actId="255"/>
          <ac:cxnSpMkLst>
            <pc:docMk/>
            <pc:sldMk cId="1604584641" sldId="264"/>
            <ac:cxnSpMk id="260" creationId="{33A36949-3051-4FF2-8204-04BD83607CA8}"/>
          </ac:cxnSpMkLst>
        </pc:cxnChg>
      </pc:sldChg>
    </pc:docChg>
  </pc:docChgLst>
  <pc:docChgLst>
    <pc:chgData name="Amir Alizadeh (Doctoral Researcher)" userId="1342facb-9595-4236-92e9-592b08afd82c" providerId="ADAL" clId="{308C1216-B4EE-4739-8C23-EC6CF9717AF1}"/>
    <pc:docChg chg="undo custSel addSld delSld modSld modMainMaster">
      <pc:chgData name="Amir Alizadeh (Doctoral Researcher)" userId="1342facb-9595-4236-92e9-592b08afd82c" providerId="ADAL" clId="{308C1216-B4EE-4739-8C23-EC6CF9717AF1}" dt="2024-08-29T10:40:22.080" v="465" actId="20577"/>
      <pc:docMkLst>
        <pc:docMk/>
      </pc:docMkLst>
      <pc:sldChg chg="addSp delSp modSp add">
        <pc:chgData name="Amir Alizadeh (Doctoral Researcher)" userId="1342facb-9595-4236-92e9-592b08afd82c" providerId="ADAL" clId="{308C1216-B4EE-4739-8C23-EC6CF9717AF1}" dt="2024-08-29T10:40:22.080" v="465" actId="20577"/>
        <pc:sldMkLst>
          <pc:docMk/>
          <pc:sldMk cId="3416537591" sldId="257"/>
        </pc:sldMkLst>
        <pc:spChg chg="mod">
          <ac:chgData name="Amir Alizadeh (Doctoral Researcher)" userId="1342facb-9595-4236-92e9-592b08afd82c" providerId="ADAL" clId="{308C1216-B4EE-4739-8C23-EC6CF9717AF1}" dt="2024-08-29T10:40:22.080" v="465" actId="20577"/>
          <ac:spMkLst>
            <pc:docMk/>
            <pc:sldMk cId="3416537591" sldId="257"/>
            <ac:spMk id="72" creationId="{4EBF89FA-AED0-47A4-9D65-076D67F3FBE2}"/>
          </ac:spMkLst>
        </pc:spChg>
        <pc:spChg chg="del">
          <ac:chgData name="Amir Alizadeh (Doctoral Researcher)" userId="1342facb-9595-4236-92e9-592b08afd82c" providerId="ADAL" clId="{308C1216-B4EE-4739-8C23-EC6CF9717AF1}" dt="2024-08-08T15:45:54.108" v="378" actId="478"/>
          <ac:spMkLst>
            <pc:docMk/>
            <pc:sldMk cId="3416537591" sldId="257"/>
            <ac:spMk id="80" creationId="{625C6903-53E3-49DA-B6A3-8304FB5A6770}"/>
          </ac:spMkLst>
        </pc:spChg>
        <pc:spChg chg="mod">
          <ac:chgData name="Amir Alizadeh (Doctoral Researcher)" userId="1342facb-9595-4236-92e9-592b08afd82c" providerId="ADAL" clId="{308C1216-B4EE-4739-8C23-EC6CF9717AF1}" dt="2024-08-08T15:47:20.763" v="385" actId="1582"/>
          <ac:spMkLst>
            <pc:docMk/>
            <pc:sldMk cId="3416537591" sldId="257"/>
            <ac:spMk id="87" creationId="{7D0FD5EC-C9A6-4042-8CE0-29A196ED7E72}"/>
          </ac:spMkLst>
        </pc:spChg>
        <pc:spChg chg="mod">
          <ac:chgData name="Amir Alizadeh (Doctoral Researcher)" userId="1342facb-9595-4236-92e9-592b08afd82c" providerId="ADAL" clId="{308C1216-B4EE-4739-8C23-EC6CF9717AF1}" dt="2024-08-08T15:47:08.197" v="384" actId="1582"/>
          <ac:spMkLst>
            <pc:docMk/>
            <pc:sldMk cId="3416537591" sldId="257"/>
            <ac:spMk id="88" creationId="{81114A1C-66B7-47F3-A0BE-1A8CBF222A95}"/>
          </ac:spMkLst>
        </pc:spChg>
        <pc:spChg chg="mod">
          <ac:chgData name="Amir Alizadeh (Doctoral Researcher)" userId="1342facb-9595-4236-92e9-592b08afd82c" providerId="ADAL" clId="{308C1216-B4EE-4739-8C23-EC6CF9717AF1}" dt="2024-08-08T15:47:08.197" v="384" actId="1582"/>
          <ac:spMkLst>
            <pc:docMk/>
            <pc:sldMk cId="3416537591" sldId="257"/>
            <ac:spMk id="89" creationId="{99DFAAF9-60FA-4B49-9768-6DE7DEBAA7B0}"/>
          </ac:spMkLst>
        </pc:spChg>
        <pc:spChg chg="mod">
          <ac:chgData name="Amir Alizadeh (Doctoral Researcher)" userId="1342facb-9595-4236-92e9-592b08afd82c" providerId="ADAL" clId="{308C1216-B4EE-4739-8C23-EC6CF9717AF1}" dt="2024-08-08T15:47:08.197" v="384" actId="1582"/>
          <ac:spMkLst>
            <pc:docMk/>
            <pc:sldMk cId="3416537591" sldId="257"/>
            <ac:spMk id="90" creationId="{2B3D6F25-ABD6-4E5C-BFF7-555837A73AAC}"/>
          </ac:spMkLst>
        </pc:spChg>
        <pc:spChg chg="mod">
          <ac:chgData name="Amir Alizadeh (Doctoral Researcher)" userId="1342facb-9595-4236-92e9-592b08afd82c" providerId="ADAL" clId="{308C1216-B4EE-4739-8C23-EC6CF9717AF1}" dt="2024-08-08T15:47:20.763" v="385" actId="1582"/>
          <ac:spMkLst>
            <pc:docMk/>
            <pc:sldMk cId="3416537591" sldId="257"/>
            <ac:spMk id="91" creationId="{3ED072FB-5402-4EEE-BE68-D290A314F1E5}"/>
          </ac:spMkLst>
        </pc:spChg>
        <pc:spChg chg="mod">
          <ac:chgData name="Amir Alizadeh (Doctoral Researcher)" userId="1342facb-9595-4236-92e9-592b08afd82c" providerId="ADAL" clId="{308C1216-B4EE-4739-8C23-EC6CF9717AF1}" dt="2024-08-08T15:47:20.763" v="385" actId="1582"/>
          <ac:spMkLst>
            <pc:docMk/>
            <pc:sldMk cId="3416537591" sldId="257"/>
            <ac:spMk id="92" creationId="{73C10DF9-6423-4E32-A90A-B0CD882E745F}"/>
          </ac:spMkLst>
        </pc:spChg>
        <pc:spChg chg="mod">
          <ac:chgData name="Amir Alizadeh (Doctoral Researcher)" userId="1342facb-9595-4236-92e9-592b08afd82c" providerId="ADAL" clId="{308C1216-B4EE-4739-8C23-EC6CF9717AF1}" dt="2024-08-08T15:47:20.763" v="385" actId="1582"/>
          <ac:spMkLst>
            <pc:docMk/>
            <pc:sldMk cId="3416537591" sldId="257"/>
            <ac:spMk id="93" creationId="{D656352A-7259-41DD-8911-50967B673024}"/>
          </ac:spMkLst>
        </pc:spChg>
        <pc:spChg chg="mod">
          <ac:chgData name="Amir Alizadeh (Doctoral Researcher)" userId="1342facb-9595-4236-92e9-592b08afd82c" providerId="ADAL" clId="{308C1216-B4EE-4739-8C23-EC6CF9717AF1}" dt="2024-08-08T15:50:21.238" v="400"/>
          <ac:spMkLst>
            <pc:docMk/>
            <pc:sldMk cId="3416537591" sldId="257"/>
            <ac:spMk id="95" creationId="{F7C8069D-BF31-4E59-9CC9-A7A7681FEB97}"/>
          </ac:spMkLst>
        </pc:spChg>
        <pc:spChg chg="mod">
          <ac:chgData name="Amir Alizadeh (Doctoral Researcher)" userId="1342facb-9595-4236-92e9-592b08afd82c" providerId="ADAL" clId="{308C1216-B4EE-4739-8C23-EC6CF9717AF1}" dt="2024-08-08T15:47:08.197" v="384" actId="1582"/>
          <ac:spMkLst>
            <pc:docMk/>
            <pc:sldMk cId="3416537591" sldId="257"/>
            <ac:spMk id="96" creationId="{59C5F62A-FDE8-47D7-B42B-141D9EE725A8}"/>
          </ac:spMkLst>
        </pc:spChg>
        <pc:spChg chg="mod">
          <ac:chgData name="Amir Alizadeh (Doctoral Researcher)" userId="1342facb-9595-4236-92e9-592b08afd82c" providerId="ADAL" clId="{308C1216-B4EE-4739-8C23-EC6CF9717AF1}" dt="2024-08-08T15:47:20.763" v="385" actId="1582"/>
          <ac:spMkLst>
            <pc:docMk/>
            <pc:sldMk cId="3416537591" sldId="257"/>
            <ac:spMk id="97" creationId="{E2FE00A6-BF8D-437E-8BD4-326DEDB5EC91}"/>
          </ac:spMkLst>
        </pc:spChg>
        <pc:spChg chg="mod">
          <ac:chgData name="Amir Alizadeh (Doctoral Researcher)" userId="1342facb-9595-4236-92e9-592b08afd82c" providerId="ADAL" clId="{308C1216-B4EE-4739-8C23-EC6CF9717AF1}" dt="2024-08-08T15:47:20.763" v="385" actId="1582"/>
          <ac:spMkLst>
            <pc:docMk/>
            <pc:sldMk cId="3416537591" sldId="257"/>
            <ac:spMk id="98" creationId="{9034D9A0-E2DC-4755-87A7-270E3A5E0723}"/>
          </ac:spMkLst>
        </pc:spChg>
        <pc:spChg chg="mod">
          <ac:chgData name="Amir Alizadeh (Doctoral Researcher)" userId="1342facb-9595-4236-92e9-592b08afd82c" providerId="ADAL" clId="{308C1216-B4EE-4739-8C23-EC6CF9717AF1}" dt="2024-08-08T15:47:08.197" v="384" actId="1582"/>
          <ac:spMkLst>
            <pc:docMk/>
            <pc:sldMk cId="3416537591" sldId="257"/>
            <ac:spMk id="100" creationId="{D3094E21-2CFB-4CF3-AF29-4B509CF01603}"/>
          </ac:spMkLst>
        </pc:spChg>
        <pc:spChg chg="add del mod">
          <ac:chgData name="Amir Alizadeh (Doctoral Researcher)" userId="1342facb-9595-4236-92e9-592b08afd82c" providerId="ADAL" clId="{308C1216-B4EE-4739-8C23-EC6CF9717AF1}" dt="2024-08-08T16:02:03.319" v="401" actId="478"/>
          <ac:spMkLst>
            <pc:docMk/>
            <pc:sldMk cId="3416537591" sldId="257"/>
            <ac:spMk id="101" creationId="{E44E4F2B-A0B0-41D4-8D1A-2A6444A0C3A0}"/>
          </ac:spMkLst>
        </pc:spChg>
        <pc:spChg chg="mod">
          <ac:chgData name="Amir Alizadeh (Doctoral Researcher)" userId="1342facb-9595-4236-92e9-592b08afd82c" providerId="ADAL" clId="{308C1216-B4EE-4739-8C23-EC6CF9717AF1}" dt="2024-08-08T15:46:42.105" v="382" actId="1582"/>
          <ac:spMkLst>
            <pc:docMk/>
            <pc:sldMk cId="3416537591" sldId="257"/>
            <ac:spMk id="105" creationId="{12337C81-E7ED-43CC-BD2A-09A86724FE4E}"/>
          </ac:spMkLst>
        </pc:spChg>
        <pc:spChg chg="mod">
          <ac:chgData name="Amir Alizadeh (Doctoral Researcher)" userId="1342facb-9595-4236-92e9-592b08afd82c" providerId="ADAL" clId="{308C1216-B4EE-4739-8C23-EC6CF9717AF1}" dt="2024-08-08T15:46:42.105" v="382" actId="1582"/>
          <ac:spMkLst>
            <pc:docMk/>
            <pc:sldMk cId="3416537591" sldId="257"/>
            <ac:spMk id="107" creationId="{61558D04-87C6-4341-8D4D-D2F39384AACE}"/>
          </ac:spMkLst>
        </pc:spChg>
        <pc:spChg chg="mod">
          <ac:chgData name="Amir Alizadeh (Doctoral Researcher)" userId="1342facb-9595-4236-92e9-592b08afd82c" providerId="ADAL" clId="{308C1216-B4EE-4739-8C23-EC6CF9717AF1}" dt="2024-08-08T15:46:42.105" v="382" actId="1582"/>
          <ac:spMkLst>
            <pc:docMk/>
            <pc:sldMk cId="3416537591" sldId="257"/>
            <ac:spMk id="108" creationId="{C9AB0F35-054C-418E-911D-49723A765FDC}"/>
          </ac:spMkLst>
        </pc:spChg>
        <pc:spChg chg="mod">
          <ac:chgData name="Amir Alizadeh (Doctoral Researcher)" userId="1342facb-9595-4236-92e9-592b08afd82c" providerId="ADAL" clId="{308C1216-B4EE-4739-8C23-EC6CF9717AF1}" dt="2024-08-08T15:47:08.197" v="384" actId="1582"/>
          <ac:spMkLst>
            <pc:docMk/>
            <pc:sldMk cId="3416537591" sldId="257"/>
            <ac:spMk id="111" creationId="{75C66CD0-DDFE-4477-90FC-D2351A60E1F5}"/>
          </ac:spMkLst>
        </pc:spChg>
        <pc:spChg chg="mod">
          <ac:chgData name="Amir Alizadeh (Doctoral Researcher)" userId="1342facb-9595-4236-92e9-592b08afd82c" providerId="ADAL" clId="{308C1216-B4EE-4739-8C23-EC6CF9717AF1}" dt="2024-08-08T15:47:08.197" v="384" actId="1582"/>
          <ac:spMkLst>
            <pc:docMk/>
            <pc:sldMk cId="3416537591" sldId="257"/>
            <ac:spMk id="112" creationId="{A94034CE-4490-457B-B213-23C71ED3B1A7}"/>
          </ac:spMkLst>
        </pc:spChg>
        <pc:spChg chg="del">
          <ac:chgData name="Amir Alizadeh (Doctoral Researcher)" userId="1342facb-9595-4236-92e9-592b08afd82c" providerId="ADAL" clId="{308C1216-B4EE-4739-8C23-EC6CF9717AF1}" dt="2024-08-08T15:44:05.772" v="366" actId="478"/>
          <ac:spMkLst>
            <pc:docMk/>
            <pc:sldMk cId="3416537591" sldId="257"/>
            <ac:spMk id="113" creationId="{237CEDB3-FE83-4D1E-9477-C2134B791796}"/>
          </ac:spMkLst>
        </pc:spChg>
        <pc:spChg chg="mod">
          <ac:chgData name="Amir Alizadeh (Doctoral Researcher)" userId="1342facb-9595-4236-92e9-592b08afd82c" providerId="ADAL" clId="{308C1216-B4EE-4739-8C23-EC6CF9717AF1}" dt="2024-08-08T15:46:42.105" v="382" actId="1582"/>
          <ac:spMkLst>
            <pc:docMk/>
            <pc:sldMk cId="3416537591" sldId="257"/>
            <ac:spMk id="119" creationId="{A73FD3E7-5F64-474D-BB06-119B37B6160F}"/>
          </ac:spMkLst>
        </pc:spChg>
        <pc:spChg chg="mod">
          <ac:chgData name="Amir Alizadeh (Doctoral Researcher)" userId="1342facb-9595-4236-92e9-592b08afd82c" providerId="ADAL" clId="{308C1216-B4EE-4739-8C23-EC6CF9717AF1}" dt="2024-08-08T15:47:37.096" v="386" actId="1076"/>
          <ac:spMkLst>
            <pc:docMk/>
            <pc:sldMk cId="3416537591" sldId="257"/>
            <ac:spMk id="626" creationId="{6994D031-9DF2-4AD1-9584-94F44881B6B5}"/>
          </ac:spMkLst>
        </pc:spChg>
        <pc:spChg chg="mod">
          <ac:chgData name="Amir Alizadeh (Doctoral Researcher)" userId="1342facb-9595-4236-92e9-592b08afd82c" providerId="ADAL" clId="{308C1216-B4EE-4739-8C23-EC6CF9717AF1}" dt="2024-08-08T15:47:37.096" v="386" actId="1076"/>
          <ac:spMkLst>
            <pc:docMk/>
            <pc:sldMk cId="3416537591" sldId="257"/>
            <ac:spMk id="627" creationId="{CE4345FD-7FC9-4B1B-931D-FAF777C4A308}"/>
          </ac:spMkLst>
        </pc:spChg>
        <pc:spChg chg="mod">
          <ac:chgData name="Amir Alizadeh (Doctoral Researcher)" userId="1342facb-9595-4236-92e9-592b08afd82c" providerId="ADAL" clId="{308C1216-B4EE-4739-8C23-EC6CF9717AF1}" dt="2024-08-08T15:47:37.096" v="386" actId="1076"/>
          <ac:spMkLst>
            <pc:docMk/>
            <pc:sldMk cId="3416537591" sldId="257"/>
            <ac:spMk id="628" creationId="{547C7883-5BC6-448C-9C58-8B50A5C49E51}"/>
          </ac:spMkLst>
        </pc:spChg>
        <pc:spChg chg="mod">
          <ac:chgData name="Amir Alizadeh (Doctoral Researcher)" userId="1342facb-9595-4236-92e9-592b08afd82c" providerId="ADAL" clId="{308C1216-B4EE-4739-8C23-EC6CF9717AF1}" dt="2024-08-08T15:47:37.096" v="386" actId="1076"/>
          <ac:spMkLst>
            <pc:docMk/>
            <pc:sldMk cId="3416537591" sldId="257"/>
            <ac:spMk id="633" creationId="{BED88A42-46AE-4716-A1AF-876A24D012AF}"/>
          </ac:spMkLst>
        </pc:spChg>
        <pc:cxnChg chg="mod">
          <ac:chgData name="Amir Alizadeh (Doctoral Researcher)" userId="1342facb-9595-4236-92e9-592b08afd82c" providerId="ADAL" clId="{308C1216-B4EE-4739-8C23-EC6CF9717AF1}" dt="2024-08-08T15:44:34.633" v="368" actId="1582"/>
          <ac:cxnSpMkLst>
            <pc:docMk/>
            <pc:sldMk cId="3416537591" sldId="257"/>
            <ac:cxnSpMk id="64" creationId="{F0769D43-3230-4BF7-A424-ADCBEFE0231B}"/>
          </ac:cxnSpMkLst>
        </pc:cxnChg>
        <pc:cxnChg chg="mod">
          <ac:chgData name="Amir Alizadeh (Doctoral Researcher)" userId="1342facb-9595-4236-92e9-592b08afd82c" providerId="ADAL" clId="{308C1216-B4EE-4739-8C23-EC6CF9717AF1}" dt="2024-08-08T15:44:34.633" v="368" actId="1582"/>
          <ac:cxnSpMkLst>
            <pc:docMk/>
            <pc:sldMk cId="3416537591" sldId="257"/>
            <ac:cxnSpMk id="65" creationId="{97990155-CDFB-4549-BAC6-B2F3AD7FBE4B}"/>
          </ac:cxnSpMkLst>
        </pc:cxnChg>
        <pc:cxnChg chg="mod">
          <ac:chgData name="Amir Alizadeh (Doctoral Researcher)" userId="1342facb-9595-4236-92e9-592b08afd82c" providerId="ADAL" clId="{308C1216-B4EE-4739-8C23-EC6CF9717AF1}" dt="2024-08-08T15:45:00.334" v="370" actId="1582"/>
          <ac:cxnSpMkLst>
            <pc:docMk/>
            <pc:sldMk cId="3416537591" sldId="257"/>
            <ac:cxnSpMk id="66" creationId="{6F97927A-7D14-4E98-8F27-1108AC161BBE}"/>
          </ac:cxnSpMkLst>
        </pc:cxnChg>
        <pc:cxnChg chg="mod">
          <ac:chgData name="Amir Alizadeh (Doctoral Researcher)" userId="1342facb-9595-4236-92e9-592b08afd82c" providerId="ADAL" clId="{308C1216-B4EE-4739-8C23-EC6CF9717AF1}" dt="2024-08-08T15:45:00.334" v="370" actId="1582"/>
          <ac:cxnSpMkLst>
            <pc:docMk/>
            <pc:sldMk cId="3416537591" sldId="257"/>
            <ac:cxnSpMk id="67" creationId="{7AFBAC91-445F-4050-BED0-376C729C7578}"/>
          </ac:cxnSpMkLst>
        </pc:cxnChg>
        <pc:cxnChg chg="mod">
          <ac:chgData name="Amir Alizadeh (Doctoral Researcher)" userId="1342facb-9595-4236-92e9-592b08afd82c" providerId="ADAL" clId="{308C1216-B4EE-4739-8C23-EC6CF9717AF1}" dt="2024-08-08T15:44:34.633" v="368" actId="1582"/>
          <ac:cxnSpMkLst>
            <pc:docMk/>
            <pc:sldMk cId="3416537591" sldId="257"/>
            <ac:cxnSpMk id="68" creationId="{44A35C3A-3BD6-4586-A8AA-7036A3BA7FF3}"/>
          </ac:cxnSpMkLst>
        </pc:cxnChg>
        <pc:cxnChg chg="mod">
          <ac:chgData name="Amir Alizadeh (Doctoral Researcher)" userId="1342facb-9595-4236-92e9-592b08afd82c" providerId="ADAL" clId="{308C1216-B4EE-4739-8C23-EC6CF9717AF1}" dt="2024-08-08T15:44:34.633" v="368" actId="1582"/>
          <ac:cxnSpMkLst>
            <pc:docMk/>
            <pc:sldMk cId="3416537591" sldId="257"/>
            <ac:cxnSpMk id="69" creationId="{0FFF1F8F-91C0-46BC-907B-30CB5D4975B9}"/>
          </ac:cxnSpMkLst>
        </pc:cxnChg>
        <pc:cxnChg chg="mod">
          <ac:chgData name="Amir Alizadeh (Doctoral Researcher)" userId="1342facb-9595-4236-92e9-592b08afd82c" providerId="ADAL" clId="{308C1216-B4EE-4739-8C23-EC6CF9717AF1}" dt="2024-08-08T15:45:00.334" v="370" actId="1582"/>
          <ac:cxnSpMkLst>
            <pc:docMk/>
            <pc:sldMk cId="3416537591" sldId="257"/>
            <ac:cxnSpMk id="70" creationId="{CDCFBCAF-F956-4EAE-935D-0030F5210EE8}"/>
          </ac:cxnSpMkLst>
        </pc:cxnChg>
        <pc:cxnChg chg="mod">
          <ac:chgData name="Amir Alizadeh (Doctoral Researcher)" userId="1342facb-9595-4236-92e9-592b08afd82c" providerId="ADAL" clId="{308C1216-B4EE-4739-8C23-EC6CF9717AF1}" dt="2024-08-08T15:45:00.334" v="370" actId="1582"/>
          <ac:cxnSpMkLst>
            <pc:docMk/>
            <pc:sldMk cId="3416537591" sldId="257"/>
            <ac:cxnSpMk id="71" creationId="{5A9E3982-ED26-4709-9009-17B526F0960E}"/>
          </ac:cxnSpMkLst>
        </pc:cxnChg>
        <pc:cxnChg chg="mod">
          <ac:chgData name="Amir Alizadeh (Doctoral Researcher)" userId="1342facb-9595-4236-92e9-592b08afd82c" providerId="ADAL" clId="{308C1216-B4EE-4739-8C23-EC6CF9717AF1}" dt="2024-08-29T10:40:05.255" v="456" actId="20577"/>
          <ac:cxnSpMkLst>
            <pc:docMk/>
            <pc:sldMk cId="3416537591" sldId="257"/>
            <ac:cxnSpMk id="73" creationId="{09DA761F-AC2D-49F4-BB13-AFFAAEB22A3A}"/>
          </ac:cxnSpMkLst>
        </pc:cxnChg>
        <pc:cxnChg chg="mod">
          <ac:chgData name="Amir Alizadeh (Doctoral Researcher)" userId="1342facb-9595-4236-92e9-592b08afd82c" providerId="ADAL" clId="{308C1216-B4EE-4739-8C23-EC6CF9717AF1}" dt="2024-08-29T10:40:05.255" v="456" actId="20577"/>
          <ac:cxnSpMkLst>
            <pc:docMk/>
            <pc:sldMk cId="3416537591" sldId="257"/>
            <ac:cxnSpMk id="74" creationId="{C71B2F69-2957-49BD-B567-AC13689F1ED7}"/>
          </ac:cxnSpMkLst>
        </pc:cxnChg>
        <pc:cxnChg chg="mod">
          <ac:chgData name="Amir Alizadeh (Doctoral Researcher)" userId="1342facb-9595-4236-92e9-592b08afd82c" providerId="ADAL" clId="{308C1216-B4EE-4739-8C23-EC6CF9717AF1}" dt="2024-08-29T10:40:05.255" v="456" actId="20577"/>
          <ac:cxnSpMkLst>
            <pc:docMk/>
            <pc:sldMk cId="3416537591" sldId="257"/>
            <ac:cxnSpMk id="75" creationId="{54AEA070-4E9B-4C10-BE0F-068367A6005A}"/>
          </ac:cxnSpMkLst>
        </pc:cxnChg>
        <pc:cxnChg chg="mod">
          <ac:chgData name="Amir Alizadeh (Doctoral Researcher)" userId="1342facb-9595-4236-92e9-592b08afd82c" providerId="ADAL" clId="{308C1216-B4EE-4739-8C23-EC6CF9717AF1}" dt="2024-08-08T15:50:21.238" v="400"/>
          <ac:cxnSpMkLst>
            <pc:docMk/>
            <pc:sldMk cId="3416537591" sldId="257"/>
            <ac:cxnSpMk id="76" creationId="{374105EB-4E8E-4363-8598-98B499566DF8}"/>
          </ac:cxnSpMkLst>
        </pc:cxnChg>
        <pc:cxnChg chg="mod">
          <ac:chgData name="Amir Alizadeh (Doctoral Researcher)" userId="1342facb-9595-4236-92e9-592b08afd82c" providerId="ADAL" clId="{308C1216-B4EE-4739-8C23-EC6CF9717AF1}" dt="2024-08-08T15:50:21.238" v="400"/>
          <ac:cxnSpMkLst>
            <pc:docMk/>
            <pc:sldMk cId="3416537591" sldId="257"/>
            <ac:cxnSpMk id="78" creationId="{DAAEECAC-5DCD-460B-A292-62F577ADAAB7}"/>
          </ac:cxnSpMkLst>
        </pc:cxnChg>
        <pc:cxnChg chg="mod">
          <ac:chgData name="Amir Alizadeh (Doctoral Researcher)" userId="1342facb-9595-4236-92e9-592b08afd82c" providerId="ADAL" clId="{308C1216-B4EE-4739-8C23-EC6CF9717AF1}" dt="2024-08-08T15:45:00.334" v="370" actId="1582"/>
          <ac:cxnSpMkLst>
            <pc:docMk/>
            <pc:sldMk cId="3416537591" sldId="257"/>
            <ac:cxnSpMk id="79" creationId="{6441A325-AF84-48B4-B123-50D733381FFF}"/>
          </ac:cxnSpMkLst>
        </pc:cxnChg>
        <pc:cxnChg chg="mod">
          <ac:chgData name="Amir Alizadeh (Doctoral Researcher)" userId="1342facb-9595-4236-92e9-592b08afd82c" providerId="ADAL" clId="{308C1216-B4EE-4739-8C23-EC6CF9717AF1}" dt="2024-08-08T15:45:00.334" v="370" actId="1582"/>
          <ac:cxnSpMkLst>
            <pc:docMk/>
            <pc:sldMk cId="3416537591" sldId="257"/>
            <ac:cxnSpMk id="81" creationId="{89E420B6-29C3-4CC2-96DE-E202D1821D48}"/>
          </ac:cxnSpMkLst>
        </pc:cxnChg>
        <pc:cxnChg chg="mod">
          <ac:chgData name="Amir Alizadeh (Doctoral Researcher)" userId="1342facb-9595-4236-92e9-592b08afd82c" providerId="ADAL" clId="{308C1216-B4EE-4739-8C23-EC6CF9717AF1}" dt="2024-08-08T15:45:00.334" v="370" actId="1582"/>
          <ac:cxnSpMkLst>
            <pc:docMk/>
            <pc:sldMk cId="3416537591" sldId="257"/>
            <ac:cxnSpMk id="85" creationId="{BE98B351-97C0-45B8-ACB6-024582D198C3}"/>
          </ac:cxnSpMkLst>
        </pc:cxnChg>
        <pc:cxnChg chg="mod">
          <ac:chgData name="Amir Alizadeh (Doctoral Researcher)" userId="1342facb-9595-4236-92e9-592b08afd82c" providerId="ADAL" clId="{308C1216-B4EE-4739-8C23-EC6CF9717AF1}" dt="2024-08-08T15:45:00.334" v="370" actId="1582"/>
          <ac:cxnSpMkLst>
            <pc:docMk/>
            <pc:sldMk cId="3416537591" sldId="257"/>
            <ac:cxnSpMk id="86" creationId="{6F43F0F6-1A66-4339-97A0-422332AF0CBE}"/>
          </ac:cxnSpMkLst>
        </pc:cxnChg>
        <pc:cxnChg chg="mod">
          <ac:chgData name="Amir Alizadeh (Doctoral Researcher)" userId="1342facb-9595-4236-92e9-592b08afd82c" providerId="ADAL" clId="{308C1216-B4EE-4739-8C23-EC6CF9717AF1}" dt="2024-08-08T15:45:00.334" v="370" actId="1582"/>
          <ac:cxnSpMkLst>
            <pc:docMk/>
            <pc:sldMk cId="3416537591" sldId="257"/>
            <ac:cxnSpMk id="94" creationId="{DBC164D4-EA37-4115-A2E5-9CF59E1A83E0}"/>
          </ac:cxnSpMkLst>
        </pc:cxnChg>
        <pc:cxnChg chg="mod">
          <ac:chgData name="Amir Alizadeh (Doctoral Researcher)" userId="1342facb-9595-4236-92e9-592b08afd82c" providerId="ADAL" clId="{308C1216-B4EE-4739-8C23-EC6CF9717AF1}" dt="2024-08-08T15:44:34.633" v="368" actId="1582"/>
          <ac:cxnSpMkLst>
            <pc:docMk/>
            <pc:sldMk cId="3416537591" sldId="257"/>
            <ac:cxnSpMk id="99" creationId="{21E23ADE-6F21-4685-A9FC-AEC288737047}"/>
          </ac:cxnSpMkLst>
        </pc:cxnChg>
        <pc:cxnChg chg="mod">
          <ac:chgData name="Amir Alizadeh (Doctoral Researcher)" userId="1342facb-9595-4236-92e9-592b08afd82c" providerId="ADAL" clId="{308C1216-B4EE-4739-8C23-EC6CF9717AF1}" dt="2024-08-08T15:45:11.934" v="372" actId="1582"/>
          <ac:cxnSpMkLst>
            <pc:docMk/>
            <pc:sldMk cId="3416537591" sldId="257"/>
            <ac:cxnSpMk id="103" creationId="{F4B37B94-EFB7-41ED-A974-1E73068229CF}"/>
          </ac:cxnSpMkLst>
        </pc:cxnChg>
        <pc:cxnChg chg="mod">
          <ac:chgData name="Amir Alizadeh (Doctoral Researcher)" userId="1342facb-9595-4236-92e9-592b08afd82c" providerId="ADAL" clId="{308C1216-B4EE-4739-8C23-EC6CF9717AF1}" dt="2024-08-08T15:45:11.934" v="372" actId="1582"/>
          <ac:cxnSpMkLst>
            <pc:docMk/>
            <pc:sldMk cId="3416537591" sldId="257"/>
            <ac:cxnSpMk id="104" creationId="{74160301-96E3-4AF7-992E-0B2FDCD9D436}"/>
          </ac:cxnSpMkLst>
        </pc:cxnChg>
        <pc:cxnChg chg="mod">
          <ac:chgData name="Amir Alizadeh (Doctoral Researcher)" userId="1342facb-9595-4236-92e9-592b08afd82c" providerId="ADAL" clId="{308C1216-B4EE-4739-8C23-EC6CF9717AF1}" dt="2024-08-08T15:45:11.934" v="372" actId="1582"/>
          <ac:cxnSpMkLst>
            <pc:docMk/>
            <pc:sldMk cId="3416537591" sldId="257"/>
            <ac:cxnSpMk id="109" creationId="{A019BC9A-2067-4B6E-9401-320F97D3FB11}"/>
          </ac:cxnSpMkLst>
        </pc:cxnChg>
        <pc:cxnChg chg="mod">
          <ac:chgData name="Amir Alizadeh (Doctoral Researcher)" userId="1342facb-9595-4236-92e9-592b08afd82c" providerId="ADAL" clId="{308C1216-B4EE-4739-8C23-EC6CF9717AF1}" dt="2024-08-08T15:45:11.934" v="372" actId="1582"/>
          <ac:cxnSpMkLst>
            <pc:docMk/>
            <pc:sldMk cId="3416537591" sldId="257"/>
            <ac:cxnSpMk id="110" creationId="{143B4FCE-DEDA-4535-B8F9-94D5A2543E56}"/>
          </ac:cxnSpMkLst>
        </pc:cxnChg>
        <pc:cxnChg chg="mod">
          <ac:chgData name="Amir Alizadeh (Doctoral Researcher)" userId="1342facb-9595-4236-92e9-592b08afd82c" providerId="ADAL" clId="{308C1216-B4EE-4739-8C23-EC6CF9717AF1}" dt="2024-08-08T15:46:00.890" v="380" actId="1076"/>
          <ac:cxnSpMkLst>
            <pc:docMk/>
            <pc:sldMk cId="3416537591" sldId="257"/>
            <ac:cxnSpMk id="114" creationId="{00CE4376-3FD1-4707-BB8B-F6AFA0EAB29C}"/>
          </ac:cxnSpMkLst>
        </pc:cxnChg>
        <pc:cxnChg chg="mod">
          <ac:chgData name="Amir Alizadeh (Doctoral Researcher)" userId="1342facb-9595-4236-92e9-592b08afd82c" providerId="ADAL" clId="{308C1216-B4EE-4739-8C23-EC6CF9717AF1}" dt="2024-08-08T15:46:00.890" v="380" actId="1076"/>
          <ac:cxnSpMkLst>
            <pc:docMk/>
            <pc:sldMk cId="3416537591" sldId="257"/>
            <ac:cxnSpMk id="115" creationId="{68AF1C69-52E4-42F7-86E6-7B2A7CE0CFA0}"/>
          </ac:cxnSpMkLst>
        </pc:cxnChg>
        <pc:cxnChg chg="mod">
          <ac:chgData name="Amir Alizadeh (Doctoral Researcher)" userId="1342facb-9595-4236-92e9-592b08afd82c" providerId="ADAL" clId="{308C1216-B4EE-4739-8C23-EC6CF9717AF1}" dt="2024-08-08T15:46:03.652" v="381" actId="1076"/>
          <ac:cxnSpMkLst>
            <pc:docMk/>
            <pc:sldMk cId="3416537591" sldId="257"/>
            <ac:cxnSpMk id="116" creationId="{48E21A51-D0CE-445A-8FA2-D3F8F610D143}"/>
          </ac:cxnSpMkLst>
        </pc:cxnChg>
        <pc:cxnChg chg="mod">
          <ac:chgData name="Amir Alizadeh (Doctoral Researcher)" userId="1342facb-9595-4236-92e9-592b08afd82c" providerId="ADAL" clId="{308C1216-B4EE-4739-8C23-EC6CF9717AF1}" dt="2024-08-08T15:50:21.238" v="400"/>
          <ac:cxnSpMkLst>
            <pc:docMk/>
            <pc:sldMk cId="3416537591" sldId="257"/>
            <ac:cxnSpMk id="117" creationId="{0611A4EF-9FC0-4C12-955D-42B5EBF24A67}"/>
          </ac:cxnSpMkLst>
        </pc:cxnChg>
        <pc:cxnChg chg="mod">
          <ac:chgData name="Amir Alizadeh (Doctoral Researcher)" userId="1342facb-9595-4236-92e9-592b08afd82c" providerId="ADAL" clId="{308C1216-B4EE-4739-8C23-EC6CF9717AF1}" dt="2024-08-08T15:46:03.652" v="381" actId="1076"/>
          <ac:cxnSpMkLst>
            <pc:docMk/>
            <pc:sldMk cId="3416537591" sldId="257"/>
            <ac:cxnSpMk id="118" creationId="{E77C3D00-114F-4666-997D-6E4EC1B77A54}"/>
          </ac:cxnSpMkLst>
        </pc:cxnChg>
        <pc:cxnChg chg="mod">
          <ac:chgData name="Amir Alizadeh (Doctoral Researcher)" userId="1342facb-9595-4236-92e9-592b08afd82c" providerId="ADAL" clId="{308C1216-B4EE-4739-8C23-EC6CF9717AF1}" dt="2024-08-08T15:45:11.934" v="372" actId="1582"/>
          <ac:cxnSpMkLst>
            <pc:docMk/>
            <pc:sldMk cId="3416537591" sldId="257"/>
            <ac:cxnSpMk id="120" creationId="{F0B9275E-C538-4412-BF2F-3431D980063D}"/>
          </ac:cxnSpMkLst>
        </pc:cxnChg>
        <pc:cxnChg chg="mod">
          <ac:chgData name="Amir Alizadeh (Doctoral Researcher)" userId="1342facb-9595-4236-92e9-592b08afd82c" providerId="ADAL" clId="{308C1216-B4EE-4739-8C23-EC6CF9717AF1}" dt="2024-08-08T15:45:04.262" v="371" actId="1582"/>
          <ac:cxnSpMkLst>
            <pc:docMk/>
            <pc:sldMk cId="3416537591" sldId="257"/>
            <ac:cxnSpMk id="121" creationId="{12C62B97-DDAD-41ED-A3EB-0F42A0D3659D}"/>
          </ac:cxnSpMkLst>
        </pc:cxnChg>
        <pc:cxnChg chg="mod">
          <ac:chgData name="Amir Alizadeh (Doctoral Researcher)" userId="1342facb-9595-4236-92e9-592b08afd82c" providerId="ADAL" clId="{308C1216-B4EE-4739-8C23-EC6CF9717AF1}" dt="2024-08-08T15:47:37.096" v="386" actId="1076"/>
          <ac:cxnSpMkLst>
            <pc:docMk/>
            <pc:sldMk cId="3416537591" sldId="257"/>
            <ac:cxnSpMk id="629" creationId="{782460BA-83F3-4A9B-B364-08A264F4A5D0}"/>
          </ac:cxnSpMkLst>
        </pc:cxnChg>
        <pc:cxnChg chg="mod">
          <ac:chgData name="Amir Alizadeh (Doctoral Researcher)" userId="1342facb-9595-4236-92e9-592b08afd82c" providerId="ADAL" clId="{308C1216-B4EE-4739-8C23-EC6CF9717AF1}" dt="2024-08-08T15:47:37.096" v="386" actId="1076"/>
          <ac:cxnSpMkLst>
            <pc:docMk/>
            <pc:sldMk cId="3416537591" sldId="257"/>
            <ac:cxnSpMk id="630" creationId="{A4A81966-9C67-4E17-9456-735AD9D9CD4B}"/>
          </ac:cxnSpMkLst>
        </pc:cxnChg>
        <pc:cxnChg chg="mod">
          <ac:chgData name="Amir Alizadeh (Doctoral Researcher)" userId="1342facb-9595-4236-92e9-592b08afd82c" providerId="ADAL" clId="{308C1216-B4EE-4739-8C23-EC6CF9717AF1}" dt="2024-08-08T15:47:37.096" v="386" actId="1076"/>
          <ac:cxnSpMkLst>
            <pc:docMk/>
            <pc:sldMk cId="3416537591" sldId="257"/>
            <ac:cxnSpMk id="631" creationId="{1550D4E6-5603-44AF-9EDB-0C165F0C4BA0}"/>
          </ac:cxnSpMkLst>
        </pc:cxnChg>
        <pc:cxnChg chg="mod">
          <ac:chgData name="Amir Alizadeh (Doctoral Researcher)" userId="1342facb-9595-4236-92e9-592b08afd82c" providerId="ADAL" clId="{308C1216-B4EE-4739-8C23-EC6CF9717AF1}" dt="2024-08-08T15:47:37.096" v="386" actId="1076"/>
          <ac:cxnSpMkLst>
            <pc:docMk/>
            <pc:sldMk cId="3416537591" sldId="257"/>
            <ac:cxnSpMk id="632" creationId="{0FDBC7C0-DCAF-4DB8-A0D3-7C1FFAFF8ADB}"/>
          </ac:cxnSpMkLst>
        </pc:cxnChg>
      </pc:sldChg>
      <pc:sldChg chg="addSp delSp modSp add">
        <pc:chgData name="Amir Alizadeh (Doctoral Researcher)" userId="1342facb-9595-4236-92e9-592b08afd82c" providerId="ADAL" clId="{308C1216-B4EE-4739-8C23-EC6CF9717AF1}" dt="2024-08-08T16:11:31.664" v="453" actId="113"/>
        <pc:sldMkLst>
          <pc:docMk/>
          <pc:sldMk cId="3142812052" sldId="258"/>
        </pc:sldMkLst>
        <pc:spChg chg="mod">
          <ac:chgData name="Amir Alizadeh (Doctoral Researcher)" userId="1342facb-9595-4236-92e9-592b08afd82c" providerId="ADAL" clId="{308C1216-B4EE-4739-8C23-EC6CF9717AF1}" dt="2024-08-08T16:10:14.641" v="440" actId="207"/>
          <ac:spMkLst>
            <pc:docMk/>
            <pc:sldMk cId="3142812052" sldId="258"/>
            <ac:spMk id="72" creationId="{4EBF89FA-AED0-47A4-9D65-076D67F3FBE2}"/>
          </ac:spMkLst>
        </pc:spChg>
        <pc:spChg chg="add del mod">
          <ac:chgData name="Amir Alizadeh (Doctoral Researcher)" userId="1342facb-9595-4236-92e9-592b08afd82c" providerId="ADAL" clId="{308C1216-B4EE-4739-8C23-EC6CF9717AF1}" dt="2024-08-08T16:08:10.778" v="431" actId="478"/>
          <ac:spMkLst>
            <pc:docMk/>
            <pc:sldMk cId="3142812052" sldId="258"/>
            <ac:spMk id="77" creationId="{9CBD0E5E-18B9-48BD-AD01-DF83F873FE1C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87" creationId="{7D0FD5EC-C9A6-4042-8CE0-29A196ED7E72}"/>
          </ac:spMkLst>
        </pc:spChg>
        <pc:spChg chg="mod">
          <ac:chgData name="Amir Alizadeh (Doctoral Researcher)" userId="1342facb-9595-4236-92e9-592b08afd82c" providerId="ADAL" clId="{308C1216-B4EE-4739-8C23-EC6CF9717AF1}" dt="2024-08-08T16:11:07.014" v="449" actId="113"/>
          <ac:spMkLst>
            <pc:docMk/>
            <pc:sldMk cId="3142812052" sldId="258"/>
            <ac:spMk id="88" creationId="{81114A1C-66B7-47F3-A0BE-1A8CBF222A95}"/>
          </ac:spMkLst>
        </pc:spChg>
        <pc:spChg chg="mod">
          <ac:chgData name="Amir Alizadeh (Doctoral Researcher)" userId="1342facb-9595-4236-92e9-592b08afd82c" providerId="ADAL" clId="{308C1216-B4EE-4739-8C23-EC6CF9717AF1}" dt="2024-08-08T16:11:22.620" v="452" actId="113"/>
          <ac:spMkLst>
            <pc:docMk/>
            <pc:sldMk cId="3142812052" sldId="258"/>
            <ac:spMk id="89" creationId="{99DFAAF9-60FA-4B49-9768-6DE7DEBAA7B0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90" creationId="{2B3D6F25-ABD6-4E5C-BFF7-555837A73AAC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91" creationId="{3ED072FB-5402-4EEE-BE68-D290A314F1E5}"/>
          </ac:spMkLst>
        </pc:spChg>
        <pc:spChg chg="mod">
          <ac:chgData name="Amir Alizadeh (Doctoral Researcher)" userId="1342facb-9595-4236-92e9-592b08afd82c" providerId="ADAL" clId="{308C1216-B4EE-4739-8C23-EC6CF9717AF1}" dt="2024-08-08T16:11:31.664" v="453" actId="113"/>
          <ac:spMkLst>
            <pc:docMk/>
            <pc:sldMk cId="3142812052" sldId="258"/>
            <ac:spMk id="92" creationId="{73C10DF9-6423-4E32-A90A-B0CD882E745F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93" creationId="{D656352A-7259-41DD-8911-50967B673024}"/>
          </ac:spMkLst>
        </pc:spChg>
        <pc:spChg chg="mod">
          <ac:chgData name="Amir Alizadeh (Doctoral Researcher)" userId="1342facb-9595-4236-92e9-592b08afd82c" providerId="ADAL" clId="{308C1216-B4EE-4739-8C23-EC6CF9717AF1}" dt="2024-08-08T16:10:14.641" v="440" actId="207"/>
          <ac:spMkLst>
            <pc:docMk/>
            <pc:sldMk cId="3142812052" sldId="258"/>
            <ac:spMk id="95" creationId="{F7C8069D-BF31-4E59-9CC9-A7A7681FEB97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96" creationId="{59C5F62A-FDE8-47D7-B42B-141D9EE725A8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97" creationId="{E2FE00A6-BF8D-437E-8BD4-326DEDB5EC91}"/>
          </ac:spMkLst>
        </pc:spChg>
        <pc:spChg chg="mod">
          <ac:chgData name="Amir Alizadeh (Doctoral Researcher)" userId="1342facb-9595-4236-92e9-592b08afd82c" providerId="ADAL" clId="{308C1216-B4EE-4739-8C23-EC6CF9717AF1}" dt="2024-08-08T16:11:13.853" v="450" actId="113"/>
          <ac:spMkLst>
            <pc:docMk/>
            <pc:sldMk cId="3142812052" sldId="258"/>
            <ac:spMk id="98" creationId="{9034D9A0-E2DC-4755-87A7-270E3A5E0723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100" creationId="{D3094E21-2CFB-4CF3-AF29-4B509CF01603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105" creationId="{12337C81-E7ED-43CC-BD2A-09A86724FE4E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107" creationId="{61558D04-87C6-4341-8D4D-D2F39384AACE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108" creationId="{C9AB0F35-054C-418E-911D-49723A765FDC}"/>
          </ac:spMkLst>
        </pc:spChg>
        <pc:spChg chg="mod">
          <ac:chgData name="Amir Alizadeh (Doctoral Researcher)" userId="1342facb-9595-4236-92e9-592b08afd82c" providerId="ADAL" clId="{308C1216-B4EE-4739-8C23-EC6CF9717AF1}" dt="2024-08-08T16:11:02.888" v="448" actId="113"/>
          <ac:spMkLst>
            <pc:docMk/>
            <pc:sldMk cId="3142812052" sldId="258"/>
            <ac:spMk id="111" creationId="{75C66CD0-DDFE-4477-90FC-D2351A60E1F5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112" creationId="{A94034CE-4490-457B-B213-23C71ED3B1A7}"/>
          </ac:spMkLst>
        </pc:spChg>
        <pc:spChg chg="mod">
          <ac:chgData name="Amir Alizadeh (Doctoral Researcher)" userId="1342facb-9595-4236-92e9-592b08afd82c" providerId="ADAL" clId="{308C1216-B4EE-4739-8C23-EC6CF9717AF1}" dt="2024-08-08T16:10:01.677" v="439" actId="693"/>
          <ac:spMkLst>
            <pc:docMk/>
            <pc:sldMk cId="3142812052" sldId="258"/>
            <ac:spMk id="119" creationId="{A73FD3E7-5F64-474D-BB06-119B37B6160F}"/>
          </ac:spMkLst>
        </pc:spChg>
        <pc:spChg chg="mod">
          <ac:chgData name="Amir Alizadeh (Doctoral Researcher)" userId="1342facb-9595-4236-92e9-592b08afd82c" providerId="ADAL" clId="{308C1216-B4EE-4739-8C23-EC6CF9717AF1}" dt="2024-08-08T16:10:16.937" v="441" actId="207"/>
          <ac:spMkLst>
            <pc:docMk/>
            <pc:sldMk cId="3142812052" sldId="258"/>
            <ac:spMk id="628" creationId="{547C7883-5BC6-448C-9C58-8B50A5C49E51}"/>
          </ac:spMkLst>
        </pc:spChg>
        <pc:cxnChg chg="mod">
          <ac:chgData name="Amir Alizadeh (Doctoral Researcher)" userId="1342facb-9595-4236-92e9-592b08afd82c" providerId="ADAL" clId="{308C1216-B4EE-4739-8C23-EC6CF9717AF1}" dt="2024-08-08T16:03:56.467" v="415" actId="1076"/>
          <ac:cxnSpMkLst>
            <pc:docMk/>
            <pc:sldMk cId="3142812052" sldId="258"/>
            <ac:cxnSpMk id="65" creationId="{97990155-CDFB-4549-BAC6-B2F3AD7FBE4B}"/>
          </ac:cxnSpMkLst>
        </pc:cxnChg>
        <pc:cxnChg chg="mod">
          <ac:chgData name="Amir Alizadeh (Doctoral Researcher)" userId="1342facb-9595-4236-92e9-592b08afd82c" providerId="ADAL" clId="{308C1216-B4EE-4739-8C23-EC6CF9717AF1}" dt="2024-08-08T16:09:04.335" v="438" actId="1076"/>
          <ac:cxnSpMkLst>
            <pc:docMk/>
            <pc:sldMk cId="3142812052" sldId="258"/>
            <ac:cxnSpMk id="66" creationId="{6F97927A-7D14-4E98-8F27-1108AC161BBE}"/>
          </ac:cxnSpMkLst>
        </pc:cxnChg>
        <pc:cxnChg chg="mod">
          <ac:chgData name="Amir Alizadeh (Doctoral Researcher)" userId="1342facb-9595-4236-92e9-592b08afd82c" providerId="ADAL" clId="{308C1216-B4EE-4739-8C23-EC6CF9717AF1}" dt="2024-08-08T16:09:04.335" v="438" actId="1076"/>
          <ac:cxnSpMkLst>
            <pc:docMk/>
            <pc:sldMk cId="3142812052" sldId="258"/>
            <ac:cxnSpMk id="67" creationId="{7AFBAC91-445F-4050-BED0-376C729C7578}"/>
          </ac:cxnSpMkLst>
        </pc:cxnChg>
        <pc:cxnChg chg="mod">
          <ac:chgData name="Amir Alizadeh (Doctoral Researcher)" userId="1342facb-9595-4236-92e9-592b08afd82c" providerId="ADAL" clId="{308C1216-B4EE-4739-8C23-EC6CF9717AF1}" dt="2024-08-08T16:03:56.467" v="415" actId="1076"/>
          <ac:cxnSpMkLst>
            <pc:docMk/>
            <pc:sldMk cId="3142812052" sldId="258"/>
            <ac:cxnSpMk id="69" creationId="{0FFF1F8F-91C0-46BC-907B-30CB5D4975B9}"/>
          </ac:cxnSpMkLst>
        </pc:cxnChg>
        <pc:cxnChg chg="mod">
          <ac:chgData name="Amir Alizadeh (Doctoral Researcher)" userId="1342facb-9595-4236-92e9-592b08afd82c" providerId="ADAL" clId="{308C1216-B4EE-4739-8C23-EC6CF9717AF1}" dt="2024-08-08T16:09:04.335" v="438" actId="1076"/>
          <ac:cxnSpMkLst>
            <pc:docMk/>
            <pc:sldMk cId="3142812052" sldId="258"/>
            <ac:cxnSpMk id="70" creationId="{CDCFBCAF-F956-4EAE-935D-0030F5210EE8}"/>
          </ac:cxnSpMkLst>
        </pc:cxnChg>
        <pc:cxnChg chg="mod">
          <ac:chgData name="Amir Alizadeh (Doctoral Researcher)" userId="1342facb-9595-4236-92e9-592b08afd82c" providerId="ADAL" clId="{308C1216-B4EE-4739-8C23-EC6CF9717AF1}" dt="2024-08-08T16:08:59.799" v="437" actId="1076"/>
          <ac:cxnSpMkLst>
            <pc:docMk/>
            <pc:sldMk cId="3142812052" sldId="258"/>
            <ac:cxnSpMk id="85" creationId="{BE98B351-97C0-45B8-ACB6-024582D198C3}"/>
          </ac:cxnSpMkLst>
        </pc:cxnChg>
        <pc:cxnChg chg="mod">
          <ac:chgData name="Amir Alizadeh (Doctoral Researcher)" userId="1342facb-9595-4236-92e9-592b08afd82c" providerId="ADAL" clId="{308C1216-B4EE-4739-8C23-EC6CF9717AF1}" dt="2024-08-08T16:08:59.799" v="437" actId="1076"/>
          <ac:cxnSpMkLst>
            <pc:docMk/>
            <pc:sldMk cId="3142812052" sldId="258"/>
            <ac:cxnSpMk id="86" creationId="{6F43F0F6-1A66-4339-97A0-422332AF0CBE}"/>
          </ac:cxnSpMkLst>
        </pc:cxnChg>
        <pc:cxnChg chg="mod">
          <ac:chgData name="Amir Alizadeh (Doctoral Researcher)" userId="1342facb-9595-4236-92e9-592b08afd82c" providerId="ADAL" clId="{308C1216-B4EE-4739-8C23-EC6CF9717AF1}" dt="2024-08-08T16:09:04.335" v="438" actId="1076"/>
          <ac:cxnSpMkLst>
            <pc:docMk/>
            <pc:sldMk cId="3142812052" sldId="258"/>
            <ac:cxnSpMk id="94" creationId="{DBC164D4-EA37-4115-A2E5-9CF59E1A83E0}"/>
          </ac:cxnSpMkLst>
        </pc:cxnChg>
        <pc:cxnChg chg="mod">
          <ac:chgData name="Amir Alizadeh (Doctoral Researcher)" userId="1342facb-9595-4236-92e9-592b08afd82c" providerId="ADAL" clId="{308C1216-B4EE-4739-8C23-EC6CF9717AF1}" dt="2024-08-08T16:06:06.463" v="428" actId="1076"/>
          <ac:cxnSpMkLst>
            <pc:docMk/>
            <pc:sldMk cId="3142812052" sldId="258"/>
            <ac:cxnSpMk id="99" creationId="{21E23ADE-6F21-4685-A9FC-AEC288737047}"/>
          </ac:cxnSpMkLst>
        </pc:cxnChg>
        <pc:cxnChg chg="mod">
          <ac:chgData name="Amir Alizadeh (Doctoral Researcher)" userId="1342facb-9595-4236-92e9-592b08afd82c" providerId="ADAL" clId="{308C1216-B4EE-4739-8C23-EC6CF9717AF1}" dt="2024-08-08T16:08:59.799" v="437" actId="1076"/>
          <ac:cxnSpMkLst>
            <pc:docMk/>
            <pc:sldMk cId="3142812052" sldId="258"/>
            <ac:cxnSpMk id="121" creationId="{12C62B97-DDAD-41ED-A3EB-0F42A0D3659D}"/>
          </ac:cxnSpMkLst>
        </pc:cxnChg>
      </pc:sldChg>
      <pc:sldMasterChg chg="modSp modSldLayout">
        <pc:chgData name="Amir Alizadeh (Doctoral Researcher)" userId="1342facb-9595-4236-92e9-592b08afd82c" providerId="ADAL" clId="{308C1216-B4EE-4739-8C23-EC6CF9717AF1}" dt="2024-08-08T14:49:25.487" v="0"/>
        <pc:sldMasterMkLst>
          <pc:docMk/>
          <pc:sldMasterMk cId="1895712230" sldId="2147483648"/>
        </pc:sldMasterMkLst>
        <pc:spChg chg="mod">
          <ac:chgData name="Amir Alizadeh (Doctoral Researcher)" userId="1342facb-9595-4236-92e9-592b08afd82c" providerId="ADAL" clId="{308C1216-B4EE-4739-8C23-EC6CF9717AF1}" dt="2024-08-08T14:49:25.487" v="0"/>
          <ac:spMkLst>
            <pc:docMk/>
            <pc:sldMasterMk cId="1895712230" sldId="2147483648"/>
            <ac:spMk id="2" creationId="{039F5955-038E-4ABE-BAE5-04F64F7FB76F}"/>
          </ac:spMkLst>
        </pc:spChg>
        <pc:spChg chg="mod">
          <ac:chgData name="Amir Alizadeh (Doctoral Researcher)" userId="1342facb-9595-4236-92e9-592b08afd82c" providerId="ADAL" clId="{308C1216-B4EE-4739-8C23-EC6CF9717AF1}" dt="2024-08-08T14:49:25.487" v="0"/>
          <ac:spMkLst>
            <pc:docMk/>
            <pc:sldMasterMk cId="1895712230" sldId="2147483648"/>
            <ac:spMk id="3" creationId="{97A69FAB-4DCC-430A-96D7-E0F7A997EA86}"/>
          </ac:spMkLst>
        </pc:spChg>
        <pc:spChg chg="mod">
          <ac:chgData name="Amir Alizadeh (Doctoral Researcher)" userId="1342facb-9595-4236-92e9-592b08afd82c" providerId="ADAL" clId="{308C1216-B4EE-4739-8C23-EC6CF9717AF1}" dt="2024-08-08T14:49:25.487" v="0"/>
          <ac:spMkLst>
            <pc:docMk/>
            <pc:sldMasterMk cId="1895712230" sldId="2147483648"/>
            <ac:spMk id="4" creationId="{B547AC0C-B9E2-4C61-ABC5-7E699E7A2F28}"/>
          </ac:spMkLst>
        </pc:spChg>
        <pc:spChg chg="mod">
          <ac:chgData name="Amir Alizadeh (Doctoral Researcher)" userId="1342facb-9595-4236-92e9-592b08afd82c" providerId="ADAL" clId="{308C1216-B4EE-4739-8C23-EC6CF9717AF1}" dt="2024-08-08T14:49:25.487" v="0"/>
          <ac:spMkLst>
            <pc:docMk/>
            <pc:sldMasterMk cId="1895712230" sldId="2147483648"/>
            <ac:spMk id="5" creationId="{C18392A6-5EDA-47AB-A430-6E23544391B8}"/>
          </ac:spMkLst>
        </pc:spChg>
        <pc:spChg chg="mod">
          <ac:chgData name="Amir Alizadeh (Doctoral Researcher)" userId="1342facb-9595-4236-92e9-592b08afd82c" providerId="ADAL" clId="{308C1216-B4EE-4739-8C23-EC6CF9717AF1}" dt="2024-08-08T14:49:25.487" v="0"/>
          <ac:spMkLst>
            <pc:docMk/>
            <pc:sldMasterMk cId="1895712230" sldId="2147483648"/>
            <ac:spMk id="6" creationId="{88A0592F-8968-46F0-962D-B9326E8ED1F0}"/>
          </ac:spMkLst>
        </pc:spChg>
        <pc:sldLayoutChg chg="modSp">
          <pc:chgData name="Amir Alizadeh (Doctoral Researcher)" userId="1342facb-9595-4236-92e9-592b08afd82c" providerId="ADAL" clId="{308C1216-B4EE-4739-8C23-EC6CF9717AF1}" dt="2024-08-08T14:49:25.487" v="0"/>
          <pc:sldLayoutMkLst>
            <pc:docMk/>
            <pc:sldMasterMk cId="1895712230" sldId="2147483648"/>
            <pc:sldLayoutMk cId="612601063" sldId="2147483649"/>
          </pc:sldLayoutMkLst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612601063" sldId="2147483649"/>
              <ac:spMk id="2" creationId="{24EE5A1D-D84E-403E-94ED-C55755B10906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612601063" sldId="2147483649"/>
              <ac:spMk id="3" creationId="{3815A040-1888-4A53-8107-C7A469701FEF}"/>
            </ac:spMkLst>
          </pc:spChg>
        </pc:sldLayoutChg>
        <pc:sldLayoutChg chg="modSp">
          <pc:chgData name="Amir Alizadeh (Doctoral Researcher)" userId="1342facb-9595-4236-92e9-592b08afd82c" providerId="ADAL" clId="{308C1216-B4EE-4739-8C23-EC6CF9717AF1}" dt="2024-08-08T14:49:25.487" v="0"/>
          <pc:sldLayoutMkLst>
            <pc:docMk/>
            <pc:sldMasterMk cId="1895712230" sldId="2147483648"/>
            <pc:sldLayoutMk cId="2660454994" sldId="2147483651"/>
          </pc:sldLayoutMkLst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2660454994" sldId="2147483651"/>
              <ac:spMk id="2" creationId="{301AAF82-969B-440C-A9AC-93E91CB8FFB1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2660454994" sldId="2147483651"/>
              <ac:spMk id="3" creationId="{D8D5A749-73DD-4831-88EB-D61E07C056E8}"/>
            </ac:spMkLst>
          </pc:spChg>
        </pc:sldLayoutChg>
        <pc:sldLayoutChg chg="modSp">
          <pc:chgData name="Amir Alizadeh (Doctoral Researcher)" userId="1342facb-9595-4236-92e9-592b08afd82c" providerId="ADAL" clId="{308C1216-B4EE-4739-8C23-EC6CF9717AF1}" dt="2024-08-08T14:49:25.487" v="0"/>
          <pc:sldLayoutMkLst>
            <pc:docMk/>
            <pc:sldMasterMk cId="1895712230" sldId="2147483648"/>
            <pc:sldLayoutMk cId="3221395561" sldId="2147483652"/>
          </pc:sldLayoutMkLst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221395561" sldId="2147483652"/>
              <ac:spMk id="3" creationId="{DDA47947-0590-4620-B647-B54D50ED02AB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221395561" sldId="2147483652"/>
              <ac:spMk id="4" creationId="{0211FFCF-065A-4327-8C65-E9026A0D04A9}"/>
            </ac:spMkLst>
          </pc:spChg>
        </pc:sldLayoutChg>
        <pc:sldLayoutChg chg="modSp">
          <pc:chgData name="Amir Alizadeh (Doctoral Researcher)" userId="1342facb-9595-4236-92e9-592b08afd82c" providerId="ADAL" clId="{308C1216-B4EE-4739-8C23-EC6CF9717AF1}" dt="2024-08-08T14:49:25.487" v="0"/>
          <pc:sldLayoutMkLst>
            <pc:docMk/>
            <pc:sldMasterMk cId="1895712230" sldId="2147483648"/>
            <pc:sldLayoutMk cId="3871904439" sldId="2147483653"/>
          </pc:sldLayoutMkLst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871904439" sldId="2147483653"/>
              <ac:spMk id="2" creationId="{E8071BD0-3BC9-4DFB-B821-9F821D245C87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871904439" sldId="2147483653"/>
              <ac:spMk id="3" creationId="{43624C90-ECC6-48FB-B3C6-FCF097591B66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871904439" sldId="2147483653"/>
              <ac:spMk id="4" creationId="{B3EF45CD-8F94-4889-B918-1A8BBA069356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871904439" sldId="2147483653"/>
              <ac:spMk id="5" creationId="{1D217AB2-96DF-4492-9016-698850E01602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871904439" sldId="2147483653"/>
              <ac:spMk id="6" creationId="{A1EC2E7E-7C10-4F12-B79E-E07B152B09CD}"/>
            </ac:spMkLst>
          </pc:spChg>
        </pc:sldLayoutChg>
        <pc:sldLayoutChg chg="modSp">
          <pc:chgData name="Amir Alizadeh (Doctoral Researcher)" userId="1342facb-9595-4236-92e9-592b08afd82c" providerId="ADAL" clId="{308C1216-B4EE-4739-8C23-EC6CF9717AF1}" dt="2024-08-08T14:49:25.487" v="0"/>
          <pc:sldLayoutMkLst>
            <pc:docMk/>
            <pc:sldMasterMk cId="1895712230" sldId="2147483648"/>
            <pc:sldLayoutMk cId="3268517540" sldId="2147483656"/>
          </pc:sldLayoutMkLst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268517540" sldId="2147483656"/>
              <ac:spMk id="2" creationId="{E2653FDD-6FB9-4BE3-A1A0-D51968CA0847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268517540" sldId="2147483656"/>
              <ac:spMk id="3" creationId="{4B743B18-C320-46DD-9859-8575FDCD547D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268517540" sldId="2147483656"/>
              <ac:spMk id="4" creationId="{3C0E5DF8-E19B-4CC2-94E0-0E02E38938C8}"/>
            </ac:spMkLst>
          </pc:spChg>
        </pc:sldLayoutChg>
        <pc:sldLayoutChg chg="modSp">
          <pc:chgData name="Amir Alizadeh (Doctoral Researcher)" userId="1342facb-9595-4236-92e9-592b08afd82c" providerId="ADAL" clId="{308C1216-B4EE-4739-8C23-EC6CF9717AF1}" dt="2024-08-08T14:49:25.487" v="0"/>
          <pc:sldLayoutMkLst>
            <pc:docMk/>
            <pc:sldMasterMk cId="1895712230" sldId="2147483648"/>
            <pc:sldLayoutMk cId="3145133105" sldId="2147483657"/>
          </pc:sldLayoutMkLst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145133105" sldId="2147483657"/>
              <ac:spMk id="2" creationId="{2D32B7FB-F715-47A5-86CB-8F4FD3824F4E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145133105" sldId="2147483657"/>
              <ac:spMk id="3" creationId="{18262C7A-CDDA-4EDE-92AB-CFE60DC1BF8B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3145133105" sldId="2147483657"/>
              <ac:spMk id="4" creationId="{AD869A41-0D8C-45B1-86EE-3BE9835673AA}"/>
            </ac:spMkLst>
          </pc:spChg>
        </pc:sldLayoutChg>
        <pc:sldLayoutChg chg="modSp">
          <pc:chgData name="Amir Alizadeh (Doctoral Researcher)" userId="1342facb-9595-4236-92e9-592b08afd82c" providerId="ADAL" clId="{308C1216-B4EE-4739-8C23-EC6CF9717AF1}" dt="2024-08-08T14:49:25.487" v="0"/>
          <pc:sldLayoutMkLst>
            <pc:docMk/>
            <pc:sldMasterMk cId="1895712230" sldId="2147483648"/>
            <pc:sldLayoutMk cId="2921194174" sldId="2147483659"/>
          </pc:sldLayoutMkLst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2921194174" sldId="2147483659"/>
              <ac:spMk id="2" creationId="{D0AD6BD0-180C-4E74-A6FC-A070941272BC}"/>
            </ac:spMkLst>
          </pc:spChg>
          <pc:spChg chg="mod">
            <ac:chgData name="Amir Alizadeh (Doctoral Researcher)" userId="1342facb-9595-4236-92e9-592b08afd82c" providerId="ADAL" clId="{308C1216-B4EE-4739-8C23-EC6CF9717AF1}" dt="2024-08-08T14:49:25.487" v="0"/>
            <ac:spMkLst>
              <pc:docMk/>
              <pc:sldMasterMk cId="1895712230" sldId="2147483648"/>
              <pc:sldLayoutMk cId="2921194174" sldId="2147483659"/>
              <ac:spMk id="3" creationId="{16FB77D3-C0E2-47F2-BA24-E752CC9231C9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5A1D-D84E-403E-94ED-C55755B1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5A040-1888-4A53-8107-C7A469701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C51E7-1133-46AB-8709-8B8FA610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45154-74C9-4DDA-A4C5-273C844B5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CC3FC-55BD-4465-A611-1D5BA8750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60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257D-5073-4C1F-8C7B-B3E49739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504EF-A16E-4C8F-8100-B7C631F4A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9B91F-23F7-4788-AD75-31BBC9DBB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349E5-8A06-48D8-9E61-900FDBB3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8BF3-749B-4DA7-8E68-5D2FB92E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42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AAF82-969B-440C-A9AC-93E91CB8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5A749-73DD-4831-88EB-D61E07C0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C40AE-352C-45D8-8668-F59F434B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91FA3-9416-4B12-98EE-6A307CBA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5595C-64BD-4E41-84F3-9CDEBCF2E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45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1D39-7937-4C98-8ADA-000A4752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47947-0590-4620-B647-B54D50ED0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1FFCF-065A-4327-8C65-E9026A0D0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16D12-6BB8-4DF9-BDAB-79E43CFD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02863-8382-489B-A762-1B5CDCE2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10B76-6A72-4094-A53E-EFBDA487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39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1BD0-3BC9-4DFB-B821-9F821D245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24C90-ECC6-48FB-B3C6-FCF097591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45CD-8F94-4889-B918-1A8BBA069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17AB2-96DF-4492-9016-698850E01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C2E7E-7C10-4F12-B79E-E07B152B0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BED99-D194-4298-AC07-9912FD10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337926-43DF-4DFE-B6B0-C506CFFBE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7B2687-4933-4461-9EAA-59B4ED79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90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5A47-5DD1-4F3A-8EBD-8AD96BA8A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4598F-2E98-4622-991E-398F5DED0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1269B-E352-417D-9209-A337212E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34E7C-8AC4-4097-B293-8D971DD1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6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AF6B1-A4FE-43F3-B776-2D21BF3D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9570A0-73ED-478A-80CF-9485729B1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35B3-5E9D-4B97-B5A1-583B1FEF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96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3FDD-6FB9-4BE3-A1A0-D51968CA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43B18-C320-46DD-9859-8575FDCD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E5DF8-E19B-4CC2-94E0-0E02E3893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9D2D0-EBF4-40C8-BDFC-82243336B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17C54-D65D-46A1-A526-459F644E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E6040-D292-4F4D-B204-5071791A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851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B7FB-F715-47A5-86CB-8F4FD3824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262C7A-CDDA-4EDE-92AB-CFE60DC1B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69A41-0D8C-45B1-86EE-3BE983567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669CE-7C31-458D-9B72-D3174D40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74DCE-F5A7-43C4-A83D-1DE8E188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AC870-8FAD-4152-BB8F-263B4676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133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6915-8B0A-492C-AC4D-0AE41C85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10365-8F42-4F32-90C8-1493DFB83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8D0CD-5D74-4403-9CAC-52F0D1621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24007-B778-42E4-8556-FCD6ADFDC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9414D-4D91-4C8E-9B54-F32EA9F84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112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D6BD0-180C-4E74-A6FC-A07094127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B77D3-C0E2-47F2-BA24-E752CC923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0858A-2ED8-442E-A6B9-8F6987EE1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496C4-72DD-4A1B-A95E-2F3F2CED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4E82C-A849-4FA4-ABE6-0C16D69E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19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F5955-038E-4ABE-BAE5-04F64F7F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69FAB-4DCC-430A-96D7-E0F7A997E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7AC0C-B9E2-4C61-ABC5-7E699E7A2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94102-7DF8-443E-95C4-EA0B06EEB1F7}" type="datetimeFigureOut">
              <a:rPr lang="en-GB" smtClean="0"/>
              <a:t>10/06/2025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392A6-5EDA-47AB-A430-6E2354439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0592F-8968-46F0-962D-B9326E8ED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084AC-57A7-4659-9BF0-97EDCBCE3B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71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2.png"/><Relationship Id="rId3" Type="http://schemas.openxmlformats.org/officeDocument/2006/relationships/image" Target="../media/image22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1.png"/><Relationship Id="rId2" Type="http://schemas.openxmlformats.org/officeDocument/2006/relationships/image" Target="../media/image39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24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3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45.png"/><Relationship Id="rId18" Type="http://schemas.openxmlformats.org/officeDocument/2006/relationships/image" Target="../media/image68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7.png"/><Relationship Id="rId2" Type="http://schemas.openxmlformats.org/officeDocument/2006/relationships/image" Target="../media/image22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10" Type="http://schemas.openxmlformats.org/officeDocument/2006/relationships/image" Target="../media/image61.png"/><Relationship Id="rId19" Type="http://schemas.openxmlformats.org/officeDocument/2006/relationships/image" Target="../media/image69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67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6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0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6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image" Target="../media/image95.png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0769D43-3230-4BF7-A424-ADCBEFE0231B}"/>
              </a:ext>
            </a:extLst>
          </p:cNvPr>
          <p:cNvCxnSpPr>
            <a:cxnSpLocks/>
            <a:stCxn id="90" idx="2"/>
            <a:endCxn id="100" idx="0"/>
          </p:cNvCxnSpPr>
          <p:nvPr/>
        </p:nvCxnSpPr>
        <p:spPr>
          <a:xfrm>
            <a:off x="565237" y="3527402"/>
            <a:ext cx="427942" cy="38886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7990155-CDFB-4549-BAC6-B2F3AD7FBE4B}"/>
              </a:ext>
            </a:extLst>
          </p:cNvPr>
          <p:cNvCxnSpPr>
            <a:cxnSpLocks/>
            <a:stCxn id="88" idx="0"/>
            <a:endCxn id="89" idx="2"/>
          </p:cNvCxnSpPr>
          <p:nvPr/>
        </p:nvCxnSpPr>
        <p:spPr>
          <a:xfrm flipV="1">
            <a:off x="3700017" y="4319550"/>
            <a:ext cx="305989" cy="204052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F97927A-7D14-4E98-8F27-1108AC161BBE}"/>
              </a:ext>
            </a:extLst>
          </p:cNvPr>
          <p:cNvCxnSpPr>
            <a:cxnSpLocks/>
            <a:stCxn id="91" idx="3"/>
            <a:endCxn id="93" idx="1"/>
          </p:cNvCxnSpPr>
          <p:nvPr/>
        </p:nvCxnSpPr>
        <p:spPr>
          <a:xfrm flipV="1">
            <a:off x="6504918" y="4502059"/>
            <a:ext cx="1362776" cy="15039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AFBAC91-445F-4050-BED0-376C729C7578}"/>
              </a:ext>
            </a:extLst>
          </p:cNvPr>
          <p:cNvCxnSpPr>
            <a:cxnSpLocks/>
            <a:stCxn id="87" idx="0"/>
            <a:endCxn id="93" idx="2"/>
          </p:cNvCxnSpPr>
          <p:nvPr/>
        </p:nvCxnSpPr>
        <p:spPr>
          <a:xfrm flipV="1">
            <a:off x="7983217" y="4830771"/>
            <a:ext cx="518187" cy="1325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4A35C3A-3BD6-4586-A8AA-7036A3BA7FF3}"/>
              </a:ext>
            </a:extLst>
          </p:cNvPr>
          <p:cNvCxnSpPr>
            <a:cxnSpLocks/>
            <a:stCxn id="100" idx="3"/>
            <a:endCxn id="96" idx="2"/>
          </p:cNvCxnSpPr>
          <p:nvPr/>
        </p:nvCxnSpPr>
        <p:spPr>
          <a:xfrm flipV="1">
            <a:off x="1841637" y="3055320"/>
            <a:ext cx="2820790" cy="108241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FFF1F8F-91C0-46BC-907B-30CB5D4975B9}"/>
              </a:ext>
            </a:extLst>
          </p:cNvPr>
          <p:cNvCxnSpPr>
            <a:cxnSpLocks/>
            <a:stCxn id="89" idx="0"/>
            <a:endCxn id="96" idx="2"/>
          </p:cNvCxnSpPr>
          <p:nvPr/>
        </p:nvCxnSpPr>
        <p:spPr>
          <a:xfrm flipV="1">
            <a:off x="4006006" y="3055320"/>
            <a:ext cx="656421" cy="97293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DCFBCAF-F956-4EAE-935D-0030F5210EE8}"/>
              </a:ext>
            </a:extLst>
          </p:cNvPr>
          <p:cNvCxnSpPr>
            <a:cxnSpLocks/>
            <a:stCxn id="93" idx="0"/>
            <a:endCxn id="97" idx="2"/>
          </p:cNvCxnSpPr>
          <p:nvPr/>
        </p:nvCxnSpPr>
        <p:spPr>
          <a:xfrm flipH="1" flipV="1">
            <a:off x="7664357" y="2921486"/>
            <a:ext cx="837047" cy="125186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A9E3982-ED26-4709-9009-17B526F0960E}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 flipV="1">
            <a:off x="5680161" y="2583253"/>
            <a:ext cx="650718" cy="250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EBF89FA-AED0-47A4-9D65-076D67F3FBE2}"/>
                  </a:ext>
                </a:extLst>
              </p:cNvPr>
              <p:cNvSpPr txBox="1"/>
              <p:nvPr/>
            </p:nvSpPr>
            <p:spPr>
              <a:xfrm>
                <a:off x="4668316" y="1768862"/>
                <a:ext cx="2007286" cy="461665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𝑉𝐹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EBF89FA-AED0-47A4-9D65-076D67F3F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316" y="1768862"/>
                <a:ext cx="2007286" cy="461665"/>
              </a:xfrm>
              <a:prstGeom prst="rect">
                <a:avLst/>
              </a:prstGeom>
              <a:blipFill>
                <a:blip r:embed="rId2"/>
                <a:stretch>
                  <a:fillRect b="-1266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9DA761F-AC2D-49F4-BB13-AFFAAEB22A3A}"/>
              </a:ext>
            </a:extLst>
          </p:cNvPr>
          <p:cNvCxnSpPr>
            <a:cxnSpLocks/>
            <a:stCxn id="96" idx="0"/>
            <a:endCxn id="72" idx="2"/>
          </p:cNvCxnSpPr>
          <p:nvPr/>
        </p:nvCxnSpPr>
        <p:spPr>
          <a:xfrm flipV="1">
            <a:off x="4662427" y="2230527"/>
            <a:ext cx="1009532" cy="38185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71B2F69-2957-49BD-B567-AC13689F1ED7}"/>
              </a:ext>
            </a:extLst>
          </p:cNvPr>
          <p:cNvCxnSpPr>
            <a:cxnSpLocks/>
            <a:stCxn id="97" idx="0"/>
            <a:endCxn id="72" idx="3"/>
          </p:cNvCxnSpPr>
          <p:nvPr/>
        </p:nvCxnSpPr>
        <p:spPr>
          <a:xfrm flipH="1" flipV="1">
            <a:off x="6675602" y="1999695"/>
            <a:ext cx="988755" cy="24532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4AEA070-4E9B-4C10-BE0F-068367A6005A}"/>
              </a:ext>
            </a:extLst>
          </p:cNvPr>
          <p:cNvCxnSpPr>
            <a:cxnSpLocks/>
            <a:stCxn id="72" idx="1"/>
            <a:endCxn id="95" idx="3"/>
          </p:cNvCxnSpPr>
          <p:nvPr/>
        </p:nvCxnSpPr>
        <p:spPr>
          <a:xfrm flipH="1">
            <a:off x="3541948" y="1999695"/>
            <a:ext cx="1126368" cy="46953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74105EB-4E8E-4363-8598-98B499566DF8}"/>
              </a:ext>
            </a:extLst>
          </p:cNvPr>
          <p:cNvCxnSpPr>
            <a:cxnSpLocks/>
            <a:stCxn id="95" idx="2"/>
            <a:endCxn id="91" idx="1"/>
          </p:cNvCxnSpPr>
          <p:nvPr/>
        </p:nvCxnSpPr>
        <p:spPr>
          <a:xfrm>
            <a:off x="1959205" y="2739464"/>
            <a:ext cx="2470183" cy="32665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AAEECAC-5DCD-460B-A292-62F577ADAAB7}"/>
              </a:ext>
            </a:extLst>
          </p:cNvPr>
          <p:cNvCxnSpPr>
            <a:cxnSpLocks/>
            <a:stCxn id="95" idx="2"/>
            <a:endCxn id="90" idx="0"/>
          </p:cNvCxnSpPr>
          <p:nvPr/>
        </p:nvCxnSpPr>
        <p:spPr>
          <a:xfrm flipH="1">
            <a:off x="565237" y="2739464"/>
            <a:ext cx="1393968" cy="5109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41A325-AF84-48B4-B123-50D733381FFF}"/>
              </a:ext>
            </a:extLst>
          </p:cNvPr>
          <p:cNvCxnSpPr>
            <a:cxnSpLocks/>
            <a:stCxn id="88" idx="3"/>
            <a:endCxn id="87" idx="1"/>
          </p:cNvCxnSpPr>
          <p:nvPr/>
        </p:nvCxnSpPr>
        <p:spPr>
          <a:xfrm flipV="1">
            <a:off x="4572000" y="6484504"/>
            <a:ext cx="2596787" cy="1407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9E420B6-29C3-4CC2-96DE-E202D1821D48}"/>
              </a:ext>
            </a:extLst>
          </p:cNvPr>
          <p:cNvCxnSpPr>
            <a:cxnSpLocks/>
            <a:stCxn id="96" idx="3"/>
            <a:endCxn id="87" idx="0"/>
          </p:cNvCxnSpPr>
          <p:nvPr/>
        </p:nvCxnSpPr>
        <p:spPr>
          <a:xfrm>
            <a:off x="5680161" y="2833849"/>
            <a:ext cx="2303056" cy="33225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E98B351-97C0-45B8-ACB6-024582D198C3}"/>
              </a:ext>
            </a:extLst>
          </p:cNvPr>
          <p:cNvCxnSpPr>
            <a:cxnSpLocks/>
            <a:stCxn id="92" idx="3"/>
            <a:endCxn id="98" idx="2"/>
          </p:cNvCxnSpPr>
          <p:nvPr/>
        </p:nvCxnSpPr>
        <p:spPr>
          <a:xfrm flipV="1">
            <a:off x="5869345" y="4038832"/>
            <a:ext cx="847310" cy="10241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F43F0F6-1A66-4339-97A0-422332AF0CBE}"/>
              </a:ext>
            </a:extLst>
          </p:cNvPr>
          <p:cNvCxnSpPr>
            <a:cxnSpLocks/>
            <a:stCxn id="98" idx="0"/>
            <a:endCxn id="97" idx="2"/>
          </p:cNvCxnSpPr>
          <p:nvPr/>
        </p:nvCxnSpPr>
        <p:spPr>
          <a:xfrm flipV="1">
            <a:off x="6716655" y="2921486"/>
            <a:ext cx="947702" cy="67273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D0FD5EC-C9A6-4042-8CE0-29A196ED7E72}"/>
                  </a:ext>
                </a:extLst>
              </p:cNvPr>
              <p:cNvSpPr txBox="1"/>
              <p:nvPr/>
            </p:nvSpPr>
            <p:spPr>
              <a:xfrm>
                <a:off x="7168787" y="6156369"/>
                <a:ext cx="1628859" cy="65627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𝑅𝑠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D0FD5EC-C9A6-4042-8CE0-29A196ED7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787" y="6156369"/>
                <a:ext cx="1628859" cy="656270"/>
              </a:xfrm>
              <a:prstGeom prst="rect">
                <a:avLst/>
              </a:prstGeom>
              <a:blipFill>
                <a:blip r:embed="rId3"/>
                <a:stretch>
                  <a:fillRect b="-901"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1114A1C-66B7-47F3-A0BE-1A8CBF222A95}"/>
                  </a:ext>
                </a:extLst>
              </p:cNvPr>
              <p:cNvSpPr txBox="1"/>
              <p:nvPr/>
            </p:nvSpPr>
            <p:spPr>
              <a:xfrm>
                <a:off x="2828034" y="6360075"/>
                <a:ext cx="1743966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1114A1C-66B7-47F3-A0BE-1A8CBF222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034" y="6360075"/>
                <a:ext cx="1743966" cy="276999"/>
              </a:xfrm>
              <a:prstGeom prst="rect">
                <a:avLst/>
              </a:prstGeom>
              <a:blipFill>
                <a:blip r:embed="rId4"/>
                <a:stretch>
                  <a:fillRect b="-2041"/>
                </a:stretch>
              </a:blipFill>
              <a:ln w="190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9DFAAF9-60FA-4B49-9768-6DE7DEBAA7B0}"/>
                  </a:ext>
                </a:extLst>
              </p:cNvPr>
              <p:cNvSpPr txBox="1"/>
              <p:nvPr/>
            </p:nvSpPr>
            <p:spPr>
              <a:xfrm>
                <a:off x="3322976" y="4028252"/>
                <a:ext cx="1366059" cy="2912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9DFAAF9-60FA-4B49-9768-6DE7DEBA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976" y="4028252"/>
                <a:ext cx="1366059" cy="2912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B3D6F25-ABD6-4E5C-BFF7-555837A73AAC}"/>
                  </a:ext>
                </a:extLst>
              </p:cNvPr>
              <p:cNvSpPr txBox="1"/>
              <p:nvPr/>
            </p:nvSpPr>
            <p:spPr>
              <a:xfrm>
                <a:off x="63760" y="3250403"/>
                <a:ext cx="1002954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B3D6F25-ABD6-4E5C-BFF7-555837A73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0" y="3250403"/>
                <a:ext cx="1002954" cy="276999"/>
              </a:xfrm>
              <a:prstGeom prst="rect">
                <a:avLst/>
              </a:prstGeom>
              <a:blipFill>
                <a:blip r:embed="rId6"/>
                <a:stretch>
                  <a:fillRect b="-2041"/>
                </a:stretch>
              </a:blipFill>
              <a:ln w="190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3C10DF9-6423-4E32-A90A-B0CD882E745F}"/>
                  </a:ext>
                </a:extLst>
              </p:cNvPr>
              <p:cNvSpPr txBox="1"/>
              <p:nvPr/>
            </p:nvSpPr>
            <p:spPr>
              <a:xfrm>
                <a:off x="4064824" y="4768299"/>
                <a:ext cx="1804521" cy="58945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]=</m:t>
                    </m:r>
                    <m:f>
                      <m:f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𝑃𝑅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(3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∅−1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GB" sz="12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3C10DF9-6423-4E32-A90A-B0CD882E7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824" y="4768299"/>
                <a:ext cx="1804521" cy="589457"/>
              </a:xfrm>
              <a:prstGeom prst="rect">
                <a:avLst/>
              </a:prstGeom>
              <a:blipFill>
                <a:blip r:embed="rId7"/>
                <a:stretch>
                  <a:fillRect b="-1000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656352A-7259-41DD-8911-50967B673024}"/>
                  </a:ext>
                </a:extLst>
              </p:cNvPr>
              <p:cNvSpPr txBox="1"/>
              <p:nvPr/>
            </p:nvSpPr>
            <p:spPr>
              <a:xfrm>
                <a:off x="7867694" y="4173347"/>
                <a:ext cx="1267420" cy="65742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656352A-7259-41DD-8911-50967B673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694" y="4173347"/>
                <a:ext cx="1267420" cy="657424"/>
              </a:xfrm>
              <a:prstGeom prst="rect">
                <a:avLst/>
              </a:prstGeom>
              <a:blipFill>
                <a:blip r:embed="rId8"/>
                <a:stretch>
                  <a:fillRect b="-2727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BC164D4-EA37-4115-A2E5-9CF59E1A83E0}"/>
              </a:ext>
            </a:extLst>
          </p:cNvPr>
          <p:cNvCxnSpPr>
            <a:cxnSpLocks/>
            <a:stCxn id="92" idx="3"/>
            <a:endCxn id="93" idx="1"/>
          </p:cNvCxnSpPr>
          <p:nvPr/>
        </p:nvCxnSpPr>
        <p:spPr>
          <a:xfrm flipV="1">
            <a:off x="5869345" y="4502059"/>
            <a:ext cx="1998349" cy="5609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7C8069D-BF31-4E59-9CC9-A7A7681FEB97}"/>
                  </a:ext>
                </a:extLst>
              </p:cNvPr>
              <p:cNvSpPr txBox="1"/>
              <p:nvPr/>
            </p:nvSpPr>
            <p:spPr>
              <a:xfrm>
                <a:off x="376461" y="2198995"/>
                <a:ext cx="3165487" cy="54046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𝑉𝐹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7C8069D-BF31-4E59-9CC9-A7A7681FE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61" y="2198995"/>
                <a:ext cx="3165487" cy="540469"/>
              </a:xfrm>
              <a:prstGeom prst="rect">
                <a:avLst/>
              </a:prstGeom>
              <a:blipFill>
                <a:blip r:embed="rId9"/>
                <a:stretch>
                  <a:fillRect t="-112088" b="-158242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9C5F62A-FDE8-47D7-B42B-141D9EE725A8}"/>
                  </a:ext>
                </a:extLst>
              </p:cNvPr>
              <p:cNvSpPr txBox="1"/>
              <p:nvPr/>
            </p:nvSpPr>
            <p:spPr>
              <a:xfrm>
                <a:off x="3644692" y="2612378"/>
                <a:ext cx="2035469" cy="4429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9C5F62A-FDE8-47D7-B42B-141D9EE7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692" y="2612378"/>
                <a:ext cx="2035469" cy="4429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2FE00A6-BF8D-437E-8BD4-326DEDB5EC91}"/>
                  </a:ext>
                </a:extLst>
              </p:cNvPr>
              <p:cNvSpPr txBox="1"/>
              <p:nvPr/>
            </p:nvSpPr>
            <p:spPr>
              <a:xfrm>
                <a:off x="6330879" y="2245019"/>
                <a:ext cx="2666956" cy="67646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+=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𝑐𝑜𝑎𝑟𝑠𝑒𝑛𝑖𝑛𝑔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2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d>
                      <m:r>
                        <a:rPr lang="en-GB" sz="12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2FE00A6-BF8D-437E-8BD4-326DEDB5E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879" y="2245019"/>
                <a:ext cx="2666956" cy="67646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034D9A0-E2DC-4755-87A7-270E3A5E0723}"/>
                  </a:ext>
                </a:extLst>
              </p:cNvPr>
              <p:cNvSpPr txBox="1"/>
              <p:nvPr/>
            </p:nvSpPr>
            <p:spPr>
              <a:xfrm>
                <a:off x="5344680" y="3594223"/>
                <a:ext cx="2743949" cy="44460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1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𝑐𝑜𝑎𝑟𝑠𝑒𝑛𝑖𝑛𝑔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].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𝑐𝑜𝑎𝑟𝑠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100" dirty="0"/>
                  <a:t> </a:t>
                </a:r>
                <a14:m>
                  <m:oMath xmlns:m="http://schemas.openxmlformats.org/officeDocument/2006/math">
                    <m:r>
                      <a:rPr lang="en-GB" sz="11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GB" sz="11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1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034D9A0-E2DC-4755-87A7-270E3A5E0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680" y="3594223"/>
                <a:ext cx="2743949" cy="4446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1E23ADE-6F21-4685-A9FC-AEC288737047}"/>
              </a:ext>
            </a:extLst>
          </p:cNvPr>
          <p:cNvCxnSpPr>
            <a:cxnSpLocks/>
            <a:stCxn id="96" idx="2"/>
            <a:endCxn id="92" idx="0"/>
          </p:cNvCxnSpPr>
          <p:nvPr/>
        </p:nvCxnSpPr>
        <p:spPr>
          <a:xfrm>
            <a:off x="4662427" y="3055320"/>
            <a:ext cx="304658" cy="171297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3094E21-2CFB-4CF3-AF29-4B509CF01603}"/>
                  </a:ext>
                </a:extLst>
              </p:cNvPr>
              <p:cNvSpPr txBox="1"/>
              <p:nvPr/>
            </p:nvSpPr>
            <p:spPr>
              <a:xfrm>
                <a:off x="144720" y="3916267"/>
                <a:ext cx="1696917" cy="4429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3094E21-2CFB-4CF3-AF29-4B509CF01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20" y="3916267"/>
                <a:ext cx="1696917" cy="44294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4B37B94-EFB7-41ED-A974-1E73068229CF}"/>
              </a:ext>
            </a:extLst>
          </p:cNvPr>
          <p:cNvCxnSpPr>
            <a:cxnSpLocks/>
            <a:stCxn id="96" idx="0"/>
            <a:endCxn id="119" idx="3"/>
          </p:cNvCxnSpPr>
          <p:nvPr/>
        </p:nvCxnSpPr>
        <p:spPr>
          <a:xfrm flipH="1" flipV="1">
            <a:off x="3850179" y="1536020"/>
            <a:ext cx="812248" cy="10763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4160301-96E3-4AF7-992E-0B2FDCD9D436}"/>
              </a:ext>
            </a:extLst>
          </p:cNvPr>
          <p:cNvCxnSpPr>
            <a:cxnSpLocks/>
            <a:stCxn id="119" idx="0"/>
            <a:endCxn id="107" idx="2"/>
          </p:cNvCxnSpPr>
          <p:nvPr/>
        </p:nvCxnSpPr>
        <p:spPr>
          <a:xfrm flipV="1">
            <a:off x="2086396" y="1070976"/>
            <a:ext cx="63954" cy="21289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2337C81-E7ED-43CC-BD2A-09A86724FE4E}"/>
                  </a:ext>
                </a:extLst>
              </p:cNvPr>
              <p:cNvSpPr txBox="1"/>
              <p:nvPr/>
            </p:nvSpPr>
            <p:spPr>
              <a:xfrm>
                <a:off x="2319796" y="50473"/>
                <a:ext cx="2933153" cy="31713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𝑝𝑝𝑡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2337C81-E7ED-43CC-BD2A-09A86724F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796" y="50473"/>
                <a:ext cx="2933153" cy="31713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1558D04-87C6-4341-8D4D-D2F39384AACE}"/>
                  </a:ext>
                </a:extLst>
              </p:cNvPr>
              <p:cNvSpPr txBox="1"/>
              <p:nvPr/>
            </p:nvSpPr>
            <p:spPr>
              <a:xfrm>
                <a:off x="891760" y="774869"/>
                <a:ext cx="2517180" cy="296107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1558D04-87C6-4341-8D4D-D2F39384A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60" y="774869"/>
                <a:ext cx="2517180" cy="29610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9AB0F35-054C-418E-911D-49723A765FDC}"/>
                  </a:ext>
                </a:extLst>
              </p:cNvPr>
              <p:cNvSpPr txBox="1"/>
              <p:nvPr/>
            </p:nvSpPr>
            <p:spPr>
              <a:xfrm>
                <a:off x="3627616" y="757861"/>
                <a:ext cx="2606096" cy="31713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9AB0F35-054C-418E-911D-49723A76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616" y="757861"/>
                <a:ext cx="2606096" cy="3171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019BC9A-2067-4B6E-9401-320F97D3FB11}"/>
              </a:ext>
            </a:extLst>
          </p:cNvPr>
          <p:cNvCxnSpPr>
            <a:cxnSpLocks/>
            <a:stCxn id="107" idx="0"/>
            <a:endCxn id="105" idx="2"/>
          </p:cNvCxnSpPr>
          <p:nvPr/>
        </p:nvCxnSpPr>
        <p:spPr>
          <a:xfrm flipV="1">
            <a:off x="2150350" y="367611"/>
            <a:ext cx="1636023" cy="407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43B4FCE-DEDA-4535-B8F9-94D5A2543E56}"/>
              </a:ext>
            </a:extLst>
          </p:cNvPr>
          <p:cNvCxnSpPr>
            <a:cxnSpLocks/>
            <a:stCxn id="108" idx="0"/>
            <a:endCxn id="105" idx="2"/>
          </p:cNvCxnSpPr>
          <p:nvPr/>
        </p:nvCxnSpPr>
        <p:spPr>
          <a:xfrm flipH="1" flipV="1">
            <a:off x="3786373" y="367611"/>
            <a:ext cx="1144291" cy="39025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5C66CD0-DDFE-4477-90FC-D2351A60E1F5}"/>
                  </a:ext>
                </a:extLst>
              </p:cNvPr>
              <p:cNvSpPr txBox="1"/>
              <p:nvPr/>
            </p:nvSpPr>
            <p:spPr>
              <a:xfrm>
                <a:off x="294615" y="5496936"/>
                <a:ext cx="1435388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5C66CD0-DDFE-4477-90FC-D2351A60E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15" y="5496936"/>
                <a:ext cx="1435388" cy="276999"/>
              </a:xfrm>
              <a:prstGeom prst="rect">
                <a:avLst/>
              </a:prstGeom>
              <a:blipFill>
                <a:blip r:embed="rId17"/>
                <a:stretch>
                  <a:fillRect b="-4167"/>
                </a:stretch>
              </a:blipFill>
              <a:ln w="190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94034CE-4490-457B-B213-23C71ED3B1A7}"/>
                  </a:ext>
                </a:extLst>
              </p:cNvPr>
              <p:cNvSpPr txBox="1"/>
              <p:nvPr/>
            </p:nvSpPr>
            <p:spPr>
              <a:xfrm>
                <a:off x="1446120" y="4953229"/>
                <a:ext cx="1556913" cy="3007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94034CE-4490-457B-B213-23C71ED3B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120" y="4953229"/>
                <a:ext cx="1556913" cy="3007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0CE4376-3FD1-4707-BB8B-F6AFA0EAB29C}"/>
              </a:ext>
            </a:extLst>
          </p:cNvPr>
          <p:cNvCxnSpPr>
            <a:cxnSpLocks/>
            <a:stCxn id="88" idx="0"/>
            <a:endCxn id="111" idx="2"/>
          </p:cNvCxnSpPr>
          <p:nvPr/>
        </p:nvCxnSpPr>
        <p:spPr>
          <a:xfrm flipH="1" flipV="1">
            <a:off x="1012309" y="5773935"/>
            <a:ext cx="2687708" cy="58614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8AF1C69-52E4-42F7-86E6-7B2A7CE0CFA0}"/>
              </a:ext>
            </a:extLst>
          </p:cNvPr>
          <p:cNvCxnSpPr>
            <a:cxnSpLocks/>
            <a:stCxn id="111" idx="0"/>
            <a:endCxn id="100" idx="2"/>
          </p:cNvCxnSpPr>
          <p:nvPr/>
        </p:nvCxnSpPr>
        <p:spPr>
          <a:xfrm flipH="1" flipV="1">
            <a:off x="993179" y="4359209"/>
            <a:ext cx="19130" cy="113772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8E21A51-D0CE-445A-8FA2-D3F8F610D143}"/>
              </a:ext>
            </a:extLst>
          </p:cNvPr>
          <p:cNvCxnSpPr>
            <a:cxnSpLocks/>
            <a:stCxn id="112" idx="0"/>
            <a:endCxn id="100" idx="2"/>
          </p:cNvCxnSpPr>
          <p:nvPr/>
        </p:nvCxnSpPr>
        <p:spPr>
          <a:xfrm flipH="1" flipV="1">
            <a:off x="993179" y="4359209"/>
            <a:ext cx="1231398" cy="59402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611A4EF-9FC0-4C12-955D-42B5EBF24A67}"/>
              </a:ext>
            </a:extLst>
          </p:cNvPr>
          <p:cNvCxnSpPr>
            <a:cxnSpLocks/>
            <a:stCxn id="95" idx="2"/>
            <a:endCxn id="112" idx="0"/>
          </p:cNvCxnSpPr>
          <p:nvPr/>
        </p:nvCxnSpPr>
        <p:spPr>
          <a:xfrm>
            <a:off x="1959205" y="2739464"/>
            <a:ext cx="265372" cy="221376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77C3D00-114F-4666-997D-6E4EC1B77A54}"/>
              </a:ext>
            </a:extLst>
          </p:cNvPr>
          <p:cNvCxnSpPr>
            <a:cxnSpLocks/>
            <a:stCxn id="88" idx="0"/>
            <a:endCxn id="112" idx="2"/>
          </p:cNvCxnSpPr>
          <p:nvPr/>
        </p:nvCxnSpPr>
        <p:spPr>
          <a:xfrm flipH="1" flipV="1">
            <a:off x="2224577" y="5254017"/>
            <a:ext cx="1475440" cy="11060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73FD3E7-5F64-474D-BB06-119B37B6160F}"/>
                  </a:ext>
                </a:extLst>
              </p:cNvPr>
              <p:cNvSpPr txBox="1"/>
              <p:nvPr/>
            </p:nvSpPr>
            <p:spPr>
              <a:xfrm>
                <a:off x="322612" y="1283867"/>
                <a:ext cx="3527567" cy="504305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𝑟𝑝𝑐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𝑟𝑝𝑐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73FD3E7-5F64-474D-BB06-119B37B61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12" y="1283867"/>
                <a:ext cx="3527567" cy="504305"/>
              </a:xfrm>
              <a:prstGeom prst="rect">
                <a:avLst/>
              </a:prstGeom>
              <a:blipFill>
                <a:blip r:embed="rId19"/>
                <a:stretch>
                  <a:fillRect l="-18213" t="-170588" b="-24941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0B9275E-C538-4412-BF2F-3431D980063D}"/>
              </a:ext>
            </a:extLst>
          </p:cNvPr>
          <p:cNvCxnSpPr>
            <a:cxnSpLocks/>
            <a:stCxn id="119" idx="0"/>
            <a:endCxn id="108" idx="2"/>
          </p:cNvCxnSpPr>
          <p:nvPr/>
        </p:nvCxnSpPr>
        <p:spPr>
          <a:xfrm flipV="1">
            <a:off x="2086396" y="1074999"/>
            <a:ext cx="2844268" cy="20886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2C62B97-DDAD-41ED-A3EB-0F42A0D3659D}"/>
              </a:ext>
            </a:extLst>
          </p:cNvPr>
          <p:cNvCxnSpPr>
            <a:cxnSpLocks/>
            <a:stCxn id="96" idx="3"/>
            <a:endCxn id="98" idx="0"/>
          </p:cNvCxnSpPr>
          <p:nvPr/>
        </p:nvCxnSpPr>
        <p:spPr>
          <a:xfrm>
            <a:off x="5680161" y="2833849"/>
            <a:ext cx="1036494" cy="7603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ED072FB-5402-4EEE-BE68-D290A314F1E5}"/>
                  </a:ext>
                </a:extLst>
              </p:cNvPr>
              <p:cNvSpPr txBox="1"/>
              <p:nvPr/>
            </p:nvSpPr>
            <p:spPr>
              <a:xfrm>
                <a:off x="4429388" y="5855581"/>
                <a:ext cx="2075530" cy="30078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ED072FB-5402-4EEE-BE68-D290A314F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388" y="5855581"/>
                <a:ext cx="2075530" cy="3007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6" name="TextBox 625">
            <a:extLst>
              <a:ext uri="{FF2B5EF4-FFF2-40B4-BE49-F238E27FC236}">
                <a16:creationId xmlns:a16="http://schemas.microsoft.com/office/drawing/2014/main" id="{6994D031-9DF2-4AD1-9584-94F44881B6B5}"/>
              </a:ext>
            </a:extLst>
          </p:cNvPr>
          <p:cNvSpPr txBox="1"/>
          <p:nvPr/>
        </p:nvSpPr>
        <p:spPr>
          <a:xfrm>
            <a:off x="7899960" y="878482"/>
            <a:ext cx="1202887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Growth model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CE4345FD-7FC9-4B1B-931D-FAF777C4A308}"/>
              </a:ext>
            </a:extLst>
          </p:cNvPr>
          <p:cNvSpPr txBox="1"/>
          <p:nvPr/>
        </p:nvSpPr>
        <p:spPr>
          <a:xfrm>
            <a:off x="7088042" y="1428286"/>
            <a:ext cx="163082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Nucleation model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547C7883-5BC6-448C-9C58-8B50A5C49E51}"/>
              </a:ext>
            </a:extLst>
          </p:cNvPr>
          <p:cNvSpPr txBox="1"/>
          <p:nvPr/>
        </p:nvSpPr>
        <p:spPr>
          <a:xfrm>
            <a:off x="6947760" y="400680"/>
            <a:ext cx="1070885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Update block</a:t>
            </a:r>
          </a:p>
        </p:txBody>
      </p:sp>
      <p:cxnSp>
        <p:nvCxnSpPr>
          <p:cNvPr id="629" name="Straight Arrow Connector 628">
            <a:extLst>
              <a:ext uri="{FF2B5EF4-FFF2-40B4-BE49-F238E27FC236}">
                <a16:creationId xmlns:a16="http://schemas.microsoft.com/office/drawing/2014/main" id="{782460BA-83F3-4A9B-B364-08A264F4A5D0}"/>
              </a:ext>
            </a:extLst>
          </p:cNvPr>
          <p:cNvCxnSpPr>
            <a:cxnSpLocks/>
            <a:stCxn id="627" idx="0"/>
            <a:endCxn id="633" idx="2"/>
          </p:cNvCxnSpPr>
          <p:nvPr/>
        </p:nvCxnSpPr>
        <p:spPr>
          <a:xfrm flipH="1" flipV="1">
            <a:off x="6957328" y="1312793"/>
            <a:ext cx="946128" cy="115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Arrow Connector 629">
            <a:extLst>
              <a:ext uri="{FF2B5EF4-FFF2-40B4-BE49-F238E27FC236}">
                <a16:creationId xmlns:a16="http://schemas.microsoft.com/office/drawing/2014/main" id="{A4A81966-9C67-4E17-9456-735AD9D9CD4B}"/>
              </a:ext>
            </a:extLst>
          </p:cNvPr>
          <p:cNvCxnSpPr>
            <a:cxnSpLocks/>
            <a:stCxn id="628" idx="2"/>
            <a:endCxn id="627" idx="0"/>
          </p:cNvCxnSpPr>
          <p:nvPr/>
        </p:nvCxnSpPr>
        <p:spPr>
          <a:xfrm>
            <a:off x="7483203" y="677679"/>
            <a:ext cx="420253" cy="75060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Arrow Connector 630">
            <a:extLst>
              <a:ext uri="{FF2B5EF4-FFF2-40B4-BE49-F238E27FC236}">
                <a16:creationId xmlns:a16="http://schemas.microsoft.com/office/drawing/2014/main" id="{1550D4E6-5603-44AF-9EDB-0C165F0C4BA0}"/>
              </a:ext>
            </a:extLst>
          </p:cNvPr>
          <p:cNvCxnSpPr>
            <a:cxnSpLocks/>
            <a:stCxn id="626" idx="0"/>
            <a:endCxn id="628" idx="3"/>
          </p:cNvCxnSpPr>
          <p:nvPr/>
        </p:nvCxnSpPr>
        <p:spPr>
          <a:xfrm flipH="1" flipV="1">
            <a:off x="8018645" y="539180"/>
            <a:ext cx="482759" cy="3393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Arrow Connector 631">
            <a:extLst>
              <a:ext uri="{FF2B5EF4-FFF2-40B4-BE49-F238E27FC236}">
                <a16:creationId xmlns:a16="http://schemas.microsoft.com/office/drawing/2014/main" id="{0FDBC7C0-DCAF-4DB8-A0D3-7C1FFAFF8ADB}"/>
              </a:ext>
            </a:extLst>
          </p:cNvPr>
          <p:cNvCxnSpPr>
            <a:cxnSpLocks/>
            <a:stCxn id="627" idx="0"/>
            <a:endCxn id="626" idx="2"/>
          </p:cNvCxnSpPr>
          <p:nvPr/>
        </p:nvCxnSpPr>
        <p:spPr>
          <a:xfrm flipV="1">
            <a:off x="7903456" y="1155481"/>
            <a:ext cx="597948" cy="27280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TextBox 632">
            <a:extLst>
              <a:ext uri="{FF2B5EF4-FFF2-40B4-BE49-F238E27FC236}">
                <a16:creationId xmlns:a16="http://schemas.microsoft.com/office/drawing/2014/main" id="{BED88A42-46AE-4716-A1AF-876A24D012AF}"/>
              </a:ext>
            </a:extLst>
          </p:cNvPr>
          <p:cNvSpPr txBox="1"/>
          <p:nvPr/>
        </p:nvSpPr>
        <p:spPr>
          <a:xfrm>
            <a:off x="6301599" y="1035794"/>
            <a:ext cx="1311458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Strength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01986-E421-46B8-BAB3-456895DFF384}"/>
              </a:ext>
            </a:extLst>
          </p:cNvPr>
          <p:cNvSpPr txBox="1"/>
          <p:nvPr/>
        </p:nvSpPr>
        <p:spPr>
          <a:xfrm>
            <a:off x="144720" y="186431"/>
            <a:ext cx="1941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</a:t>
            </a:r>
          </a:p>
        </p:txBody>
      </p:sp>
    </p:spTree>
    <p:extLst>
      <p:ext uri="{BB962C8B-B14F-4D97-AF65-F5344CB8AC3E}">
        <p14:creationId xmlns:p14="http://schemas.microsoft.com/office/powerpoint/2010/main" val="3416537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0769D43-3230-4BF7-A424-ADCBEFE0231B}"/>
              </a:ext>
            </a:extLst>
          </p:cNvPr>
          <p:cNvCxnSpPr>
            <a:cxnSpLocks/>
            <a:stCxn id="90" idx="2"/>
            <a:endCxn id="100" idx="0"/>
          </p:cNvCxnSpPr>
          <p:nvPr/>
        </p:nvCxnSpPr>
        <p:spPr>
          <a:xfrm>
            <a:off x="565237" y="3707836"/>
            <a:ext cx="427942" cy="20843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7990155-CDFB-4549-BAC6-B2F3AD7FBE4B}"/>
              </a:ext>
            </a:extLst>
          </p:cNvPr>
          <p:cNvCxnSpPr>
            <a:cxnSpLocks/>
            <a:stCxn id="88" idx="0"/>
            <a:endCxn id="89" idx="2"/>
          </p:cNvCxnSpPr>
          <p:nvPr/>
        </p:nvCxnSpPr>
        <p:spPr>
          <a:xfrm flipV="1">
            <a:off x="3700017" y="4301805"/>
            <a:ext cx="301983" cy="20582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F97927A-7D14-4E98-8F27-1108AC161BBE}"/>
              </a:ext>
            </a:extLst>
          </p:cNvPr>
          <p:cNvCxnSpPr>
            <a:cxnSpLocks/>
            <a:stCxn id="91" idx="3"/>
            <a:endCxn id="93" idx="1"/>
          </p:cNvCxnSpPr>
          <p:nvPr/>
        </p:nvCxnSpPr>
        <p:spPr>
          <a:xfrm flipV="1">
            <a:off x="6504918" y="4697993"/>
            <a:ext cx="1362776" cy="1307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AFBAC91-445F-4050-BED0-376C729C7578}"/>
              </a:ext>
            </a:extLst>
          </p:cNvPr>
          <p:cNvCxnSpPr>
            <a:cxnSpLocks/>
            <a:stCxn id="87" idx="0"/>
            <a:endCxn id="93" idx="2"/>
          </p:cNvCxnSpPr>
          <p:nvPr/>
        </p:nvCxnSpPr>
        <p:spPr>
          <a:xfrm flipV="1">
            <a:off x="7983217" y="5026705"/>
            <a:ext cx="518187" cy="11296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4A35C3A-3BD6-4586-A8AA-7036A3BA7FF3}"/>
              </a:ext>
            </a:extLst>
          </p:cNvPr>
          <p:cNvCxnSpPr>
            <a:cxnSpLocks/>
            <a:stCxn id="100" idx="3"/>
            <a:endCxn id="96" idx="2"/>
          </p:cNvCxnSpPr>
          <p:nvPr/>
        </p:nvCxnSpPr>
        <p:spPr>
          <a:xfrm flipV="1">
            <a:off x="1841637" y="3055320"/>
            <a:ext cx="2820790" cy="108241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FFF1F8F-91C0-46BC-907B-30CB5D4975B9}"/>
              </a:ext>
            </a:extLst>
          </p:cNvPr>
          <p:cNvCxnSpPr>
            <a:cxnSpLocks/>
            <a:stCxn id="89" idx="0"/>
            <a:endCxn id="96" idx="2"/>
          </p:cNvCxnSpPr>
          <p:nvPr/>
        </p:nvCxnSpPr>
        <p:spPr>
          <a:xfrm flipV="1">
            <a:off x="4002000" y="3055320"/>
            <a:ext cx="660427" cy="95518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DCFBCAF-F956-4EAE-935D-0030F5210EE8}"/>
              </a:ext>
            </a:extLst>
          </p:cNvPr>
          <p:cNvCxnSpPr>
            <a:cxnSpLocks/>
            <a:stCxn id="93" idx="0"/>
            <a:endCxn id="97" idx="2"/>
          </p:cNvCxnSpPr>
          <p:nvPr/>
        </p:nvCxnSpPr>
        <p:spPr>
          <a:xfrm flipH="1" flipV="1">
            <a:off x="7664357" y="2921486"/>
            <a:ext cx="837047" cy="144779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A9E3982-ED26-4709-9009-17B526F0960E}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 flipV="1">
            <a:off x="5680161" y="2583253"/>
            <a:ext cx="650718" cy="250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EBF89FA-AED0-47A4-9D65-076D67F3FBE2}"/>
                  </a:ext>
                </a:extLst>
              </p:cNvPr>
              <p:cNvSpPr txBox="1"/>
              <p:nvPr/>
            </p:nvSpPr>
            <p:spPr>
              <a:xfrm>
                <a:off x="4668316" y="1768862"/>
                <a:ext cx="2007286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𝑁𝐷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𝑃𝑅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EBF89FA-AED0-47A4-9D65-076D67F3F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316" y="1768862"/>
                <a:ext cx="2007286" cy="276999"/>
              </a:xfrm>
              <a:prstGeom prst="rect">
                <a:avLst/>
              </a:prstGeom>
              <a:blipFill>
                <a:blip r:embed="rId2"/>
                <a:stretch>
                  <a:fillRect b="-2041"/>
                </a:stretch>
              </a:blipFill>
              <a:ln w="19050">
                <a:solidFill>
                  <a:schemeClr val="accent2"/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9DA761F-AC2D-49F4-BB13-AFFAAEB22A3A}"/>
              </a:ext>
            </a:extLst>
          </p:cNvPr>
          <p:cNvCxnSpPr>
            <a:cxnSpLocks/>
            <a:stCxn id="96" idx="0"/>
            <a:endCxn id="72" idx="2"/>
          </p:cNvCxnSpPr>
          <p:nvPr/>
        </p:nvCxnSpPr>
        <p:spPr>
          <a:xfrm flipV="1">
            <a:off x="4662427" y="2045861"/>
            <a:ext cx="1009532" cy="56651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71B2F69-2957-49BD-B567-AC13689F1ED7}"/>
              </a:ext>
            </a:extLst>
          </p:cNvPr>
          <p:cNvCxnSpPr>
            <a:cxnSpLocks/>
            <a:stCxn id="97" idx="0"/>
            <a:endCxn id="72" idx="3"/>
          </p:cNvCxnSpPr>
          <p:nvPr/>
        </p:nvCxnSpPr>
        <p:spPr>
          <a:xfrm flipH="1" flipV="1">
            <a:off x="6675602" y="1907362"/>
            <a:ext cx="988755" cy="33765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4AEA070-4E9B-4C10-BE0F-068367A6005A}"/>
              </a:ext>
            </a:extLst>
          </p:cNvPr>
          <p:cNvCxnSpPr>
            <a:cxnSpLocks/>
            <a:stCxn id="72" idx="1"/>
            <a:endCxn id="95" idx="3"/>
          </p:cNvCxnSpPr>
          <p:nvPr/>
        </p:nvCxnSpPr>
        <p:spPr>
          <a:xfrm flipH="1">
            <a:off x="3541948" y="1907362"/>
            <a:ext cx="1126368" cy="56186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74105EB-4E8E-4363-8598-98B499566DF8}"/>
              </a:ext>
            </a:extLst>
          </p:cNvPr>
          <p:cNvCxnSpPr>
            <a:cxnSpLocks/>
            <a:stCxn id="95" idx="2"/>
            <a:endCxn id="91" idx="1"/>
          </p:cNvCxnSpPr>
          <p:nvPr/>
        </p:nvCxnSpPr>
        <p:spPr>
          <a:xfrm>
            <a:off x="1959205" y="2739464"/>
            <a:ext cx="2470183" cy="32665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AAEECAC-5DCD-460B-A292-62F577ADAAB7}"/>
              </a:ext>
            </a:extLst>
          </p:cNvPr>
          <p:cNvCxnSpPr>
            <a:cxnSpLocks/>
            <a:stCxn id="95" idx="2"/>
            <a:endCxn id="90" idx="0"/>
          </p:cNvCxnSpPr>
          <p:nvPr/>
        </p:nvCxnSpPr>
        <p:spPr>
          <a:xfrm flipH="1">
            <a:off x="565237" y="2739464"/>
            <a:ext cx="1393968" cy="5109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41A325-AF84-48B4-B123-50D733381FFF}"/>
              </a:ext>
            </a:extLst>
          </p:cNvPr>
          <p:cNvCxnSpPr>
            <a:cxnSpLocks/>
            <a:stCxn id="88" idx="3"/>
            <a:endCxn id="87" idx="1"/>
          </p:cNvCxnSpPr>
          <p:nvPr/>
        </p:nvCxnSpPr>
        <p:spPr>
          <a:xfrm flipV="1">
            <a:off x="4572000" y="6484504"/>
            <a:ext cx="2596787" cy="1407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9E420B6-29C3-4CC2-96DE-E202D1821D48}"/>
              </a:ext>
            </a:extLst>
          </p:cNvPr>
          <p:cNvCxnSpPr>
            <a:cxnSpLocks/>
            <a:stCxn id="96" idx="3"/>
            <a:endCxn id="87" idx="0"/>
          </p:cNvCxnSpPr>
          <p:nvPr/>
        </p:nvCxnSpPr>
        <p:spPr>
          <a:xfrm>
            <a:off x="5680161" y="2833849"/>
            <a:ext cx="2303056" cy="33225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E98B351-97C0-45B8-ACB6-024582D198C3}"/>
              </a:ext>
            </a:extLst>
          </p:cNvPr>
          <p:cNvCxnSpPr>
            <a:cxnSpLocks/>
            <a:stCxn id="92" idx="3"/>
            <a:endCxn id="98" idx="2"/>
          </p:cNvCxnSpPr>
          <p:nvPr/>
        </p:nvCxnSpPr>
        <p:spPr>
          <a:xfrm flipV="1">
            <a:off x="6434398" y="4198206"/>
            <a:ext cx="121307" cy="9651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F43F0F6-1A66-4339-97A0-422332AF0CBE}"/>
              </a:ext>
            </a:extLst>
          </p:cNvPr>
          <p:cNvCxnSpPr>
            <a:cxnSpLocks/>
            <a:stCxn id="98" idx="0"/>
            <a:endCxn id="97" idx="2"/>
          </p:cNvCxnSpPr>
          <p:nvPr/>
        </p:nvCxnSpPr>
        <p:spPr>
          <a:xfrm flipV="1">
            <a:off x="6555705" y="2921486"/>
            <a:ext cx="1108652" cy="66283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D0FD5EC-C9A6-4042-8CE0-29A196ED7E72}"/>
                  </a:ext>
                </a:extLst>
              </p:cNvPr>
              <p:cNvSpPr txBox="1"/>
              <p:nvPr/>
            </p:nvSpPr>
            <p:spPr>
              <a:xfrm>
                <a:off x="7168787" y="6156369"/>
                <a:ext cx="1628859" cy="65627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𝑅𝑠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D0FD5EC-C9A6-4042-8CE0-29A196ED7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787" y="6156369"/>
                <a:ext cx="1628859" cy="656270"/>
              </a:xfrm>
              <a:prstGeom prst="rect">
                <a:avLst/>
              </a:prstGeom>
              <a:blipFill>
                <a:blip r:embed="rId3"/>
                <a:stretch>
                  <a:fillRect b="-901"/>
                </a:stretch>
              </a:blipFill>
              <a:ln w="19050"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1114A1C-66B7-47F3-A0BE-1A8CBF222A95}"/>
                  </a:ext>
                </a:extLst>
              </p:cNvPr>
              <p:cNvSpPr txBox="1"/>
              <p:nvPr/>
            </p:nvSpPr>
            <p:spPr>
              <a:xfrm>
                <a:off x="2828034" y="6360075"/>
                <a:ext cx="1743966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1114A1C-66B7-47F3-A0BE-1A8CBF222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034" y="6360075"/>
                <a:ext cx="174396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9DFAAF9-60FA-4B49-9768-6DE7DEBAA7B0}"/>
                  </a:ext>
                </a:extLst>
              </p:cNvPr>
              <p:cNvSpPr txBox="1"/>
              <p:nvPr/>
            </p:nvSpPr>
            <p:spPr>
              <a:xfrm>
                <a:off x="3250241" y="4010507"/>
                <a:ext cx="1503517" cy="2912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9DFAAF9-60FA-4B49-9768-6DE7DEBA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241" y="4010507"/>
                <a:ext cx="1503517" cy="2912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B3D6F25-ABD6-4E5C-BFF7-555837A73AAC}"/>
                  </a:ext>
                </a:extLst>
              </p:cNvPr>
              <p:cNvSpPr txBox="1"/>
              <p:nvPr/>
            </p:nvSpPr>
            <p:spPr>
              <a:xfrm>
                <a:off x="63760" y="3250403"/>
                <a:ext cx="1002954" cy="4574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B3D6F25-ABD6-4E5C-BFF7-555837A73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0" y="3250403"/>
                <a:ext cx="1002954" cy="457433"/>
              </a:xfrm>
              <a:prstGeom prst="rect">
                <a:avLst/>
              </a:prstGeom>
              <a:blipFill>
                <a:blip r:embed="rId6"/>
                <a:stretch>
                  <a:fillRect b="-2564"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3C10DF9-6423-4E32-A90A-B0CD882E745F}"/>
                  </a:ext>
                </a:extLst>
              </p:cNvPr>
              <p:cNvSpPr txBox="1"/>
              <p:nvPr/>
            </p:nvSpPr>
            <p:spPr>
              <a:xfrm>
                <a:off x="4168343" y="4834796"/>
                <a:ext cx="2266055" cy="65710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571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3C10DF9-6423-4E32-A90A-B0CD882E7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343" y="4834796"/>
                <a:ext cx="2266055" cy="6571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571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656352A-7259-41DD-8911-50967B673024}"/>
                  </a:ext>
                </a:extLst>
              </p:cNvPr>
              <p:cNvSpPr txBox="1"/>
              <p:nvPr/>
            </p:nvSpPr>
            <p:spPr>
              <a:xfrm>
                <a:off x="7867694" y="4369281"/>
                <a:ext cx="1267420" cy="65742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656352A-7259-41DD-8911-50967B673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694" y="4369281"/>
                <a:ext cx="1267420" cy="657424"/>
              </a:xfrm>
              <a:prstGeom prst="rect">
                <a:avLst/>
              </a:prstGeom>
              <a:blipFill>
                <a:blip r:embed="rId8"/>
                <a:stretch>
                  <a:fillRect b="-1802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BC164D4-EA37-4115-A2E5-9CF59E1A83E0}"/>
              </a:ext>
            </a:extLst>
          </p:cNvPr>
          <p:cNvCxnSpPr>
            <a:cxnSpLocks/>
            <a:stCxn id="92" idx="3"/>
            <a:endCxn id="93" idx="1"/>
          </p:cNvCxnSpPr>
          <p:nvPr/>
        </p:nvCxnSpPr>
        <p:spPr>
          <a:xfrm flipV="1">
            <a:off x="6434398" y="4697993"/>
            <a:ext cx="1433296" cy="4653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7C8069D-BF31-4E59-9CC9-A7A7681FEB97}"/>
                  </a:ext>
                </a:extLst>
              </p:cNvPr>
              <p:cNvSpPr txBox="1"/>
              <p:nvPr/>
            </p:nvSpPr>
            <p:spPr>
              <a:xfrm>
                <a:off x="376461" y="2198995"/>
                <a:ext cx="3165487" cy="54046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𝑉𝐹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7C8069D-BF31-4E59-9CC9-A7A7681FE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61" y="2198995"/>
                <a:ext cx="3165487" cy="540469"/>
              </a:xfrm>
              <a:prstGeom prst="rect">
                <a:avLst/>
              </a:prstGeom>
              <a:blipFill>
                <a:blip r:embed="rId9"/>
                <a:stretch>
                  <a:fillRect t="-112088" b="-158242"/>
                </a:stretch>
              </a:blipFill>
              <a:ln w="19050">
                <a:solidFill>
                  <a:schemeClr val="accent2"/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9C5F62A-FDE8-47D7-B42B-141D9EE725A8}"/>
                  </a:ext>
                </a:extLst>
              </p:cNvPr>
              <p:cNvSpPr txBox="1"/>
              <p:nvPr/>
            </p:nvSpPr>
            <p:spPr>
              <a:xfrm>
                <a:off x="3644692" y="2612378"/>
                <a:ext cx="2035469" cy="4429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9C5F62A-FDE8-47D7-B42B-141D9EE7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692" y="2612378"/>
                <a:ext cx="2035469" cy="4429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2FE00A6-BF8D-437E-8BD4-326DEDB5EC91}"/>
                  </a:ext>
                </a:extLst>
              </p:cNvPr>
              <p:cNvSpPr txBox="1"/>
              <p:nvPr/>
            </p:nvSpPr>
            <p:spPr>
              <a:xfrm>
                <a:off x="6330879" y="2245019"/>
                <a:ext cx="2666956" cy="67646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+=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𝑐𝑜𝑎𝑟𝑠𝑒𝑛𝑖𝑛𝑔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2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d>
                      <m:r>
                        <a:rPr lang="en-GB" sz="12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2FE00A6-BF8D-437E-8BD4-326DEDB5E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879" y="2245019"/>
                <a:ext cx="2666956" cy="67646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034D9A0-E2DC-4755-87A7-270E3A5E0723}"/>
                  </a:ext>
                </a:extLst>
              </p:cNvPr>
              <p:cNvSpPr txBox="1"/>
              <p:nvPr/>
            </p:nvSpPr>
            <p:spPr>
              <a:xfrm>
                <a:off x="5183730" y="3584320"/>
                <a:ext cx="2743949" cy="6138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571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1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𝑐𝑜𝑎𝑟𝑠𝑒𝑛𝑖𝑛𝑔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11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].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𝑐𝑜𝑎𝑟𝑠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100" dirty="0"/>
                  <a:t> </a:t>
                </a:r>
                <a14:m>
                  <m:oMath xmlns:m="http://schemas.openxmlformats.org/officeDocument/2006/math">
                    <m:r>
                      <a:rPr lang="en-GB" sz="11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GB" sz="11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1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034D9A0-E2DC-4755-87A7-270E3A5E0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730" y="3584320"/>
                <a:ext cx="2743949" cy="613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571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1E23ADE-6F21-4685-A9FC-AEC288737047}"/>
              </a:ext>
            </a:extLst>
          </p:cNvPr>
          <p:cNvCxnSpPr>
            <a:cxnSpLocks/>
            <a:stCxn id="96" idx="2"/>
            <a:endCxn id="92" idx="0"/>
          </p:cNvCxnSpPr>
          <p:nvPr/>
        </p:nvCxnSpPr>
        <p:spPr>
          <a:xfrm>
            <a:off x="4662427" y="3055320"/>
            <a:ext cx="638944" cy="177947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3094E21-2CFB-4CF3-AF29-4B509CF01603}"/>
                  </a:ext>
                </a:extLst>
              </p:cNvPr>
              <p:cNvSpPr txBox="1"/>
              <p:nvPr/>
            </p:nvSpPr>
            <p:spPr>
              <a:xfrm>
                <a:off x="144720" y="3916267"/>
                <a:ext cx="1696917" cy="4429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00B05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3094E21-2CFB-4CF3-AF29-4B509CF01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20" y="3916267"/>
                <a:ext cx="1696917" cy="44294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00B050"/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4B37B94-EFB7-41ED-A974-1E73068229CF}"/>
              </a:ext>
            </a:extLst>
          </p:cNvPr>
          <p:cNvCxnSpPr>
            <a:cxnSpLocks/>
            <a:stCxn id="96" idx="0"/>
            <a:endCxn id="119" idx="3"/>
          </p:cNvCxnSpPr>
          <p:nvPr/>
        </p:nvCxnSpPr>
        <p:spPr>
          <a:xfrm flipH="1" flipV="1">
            <a:off x="3850179" y="1536020"/>
            <a:ext cx="812248" cy="10763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4160301-96E3-4AF7-992E-0B2FDCD9D436}"/>
              </a:ext>
            </a:extLst>
          </p:cNvPr>
          <p:cNvCxnSpPr>
            <a:cxnSpLocks/>
            <a:stCxn id="119" idx="0"/>
            <a:endCxn id="107" idx="2"/>
          </p:cNvCxnSpPr>
          <p:nvPr/>
        </p:nvCxnSpPr>
        <p:spPr>
          <a:xfrm flipV="1">
            <a:off x="2086396" y="1070976"/>
            <a:ext cx="63954" cy="21289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2337C81-E7ED-43CC-BD2A-09A86724FE4E}"/>
                  </a:ext>
                </a:extLst>
              </p:cNvPr>
              <p:cNvSpPr txBox="1"/>
              <p:nvPr/>
            </p:nvSpPr>
            <p:spPr>
              <a:xfrm>
                <a:off x="2319796" y="50473"/>
                <a:ext cx="2933153" cy="31713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𝑝𝑝𝑡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2337C81-E7ED-43CC-BD2A-09A86724F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796" y="50473"/>
                <a:ext cx="2933153" cy="31713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1558D04-87C6-4341-8D4D-D2F39384AACE}"/>
                  </a:ext>
                </a:extLst>
              </p:cNvPr>
              <p:cNvSpPr txBox="1"/>
              <p:nvPr/>
            </p:nvSpPr>
            <p:spPr>
              <a:xfrm>
                <a:off x="891760" y="774869"/>
                <a:ext cx="2517180" cy="296107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1558D04-87C6-4341-8D4D-D2F39384A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60" y="774869"/>
                <a:ext cx="2517180" cy="29610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9AB0F35-054C-418E-911D-49723A765FDC}"/>
                  </a:ext>
                </a:extLst>
              </p:cNvPr>
              <p:cNvSpPr txBox="1"/>
              <p:nvPr/>
            </p:nvSpPr>
            <p:spPr>
              <a:xfrm>
                <a:off x="3627616" y="757861"/>
                <a:ext cx="2606096" cy="31713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9AB0F35-054C-418E-911D-49723A76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616" y="757861"/>
                <a:ext cx="2606096" cy="3171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019BC9A-2067-4B6E-9401-320F97D3FB11}"/>
              </a:ext>
            </a:extLst>
          </p:cNvPr>
          <p:cNvCxnSpPr>
            <a:cxnSpLocks/>
            <a:stCxn id="107" idx="0"/>
            <a:endCxn id="105" idx="2"/>
          </p:cNvCxnSpPr>
          <p:nvPr/>
        </p:nvCxnSpPr>
        <p:spPr>
          <a:xfrm flipV="1">
            <a:off x="2150350" y="367611"/>
            <a:ext cx="1636023" cy="407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43B4FCE-DEDA-4535-B8F9-94D5A2543E56}"/>
              </a:ext>
            </a:extLst>
          </p:cNvPr>
          <p:cNvCxnSpPr>
            <a:cxnSpLocks/>
            <a:stCxn id="108" idx="0"/>
            <a:endCxn id="105" idx="2"/>
          </p:cNvCxnSpPr>
          <p:nvPr/>
        </p:nvCxnSpPr>
        <p:spPr>
          <a:xfrm flipH="1" flipV="1">
            <a:off x="3786373" y="367611"/>
            <a:ext cx="1144291" cy="39025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5C66CD0-DDFE-4477-90FC-D2351A60E1F5}"/>
                  </a:ext>
                </a:extLst>
              </p:cNvPr>
              <p:cNvSpPr txBox="1"/>
              <p:nvPr/>
            </p:nvSpPr>
            <p:spPr>
              <a:xfrm>
                <a:off x="294615" y="5496936"/>
                <a:ext cx="1435388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5C66CD0-DDFE-4477-90FC-D2351A60E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15" y="5496936"/>
                <a:ext cx="1435388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94034CE-4490-457B-B213-23C71ED3B1A7}"/>
                  </a:ext>
                </a:extLst>
              </p:cNvPr>
              <p:cNvSpPr txBox="1"/>
              <p:nvPr/>
            </p:nvSpPr>
            <p:spPr>
              <a:xfrm>
                <a:off x="1446120" y="4953229"/>
                <a:ext cx="1556913" cy="3007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94034CE-4490-457B-B213-23C71ED3B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120" y="4953229"/>
                <a:ext cx="1556913" cy="3007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0CE4376-3FD1-4707-BB8B-F6AFA0EAB29C}"/>
              </a:ext>
            </a:extLst>
          </p:cNvPr>
          <p:cNvCxnSpPr>
            <a:cxnSpLocks/>
            <a:stCxn id="88" idx="0"/>
            <a:endCxn id="111" idx="2"/>
          </p:cNvCxnSpPr>
          <p:nvPr/>
        </p:nvCxnSpPr>
        <p:spPr>
          <a:xfrm flipH="1" flipV="1">
            <a:off x="1012309" y="5773935"/>
            <a:ext cx="2687708" cy="58614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8AF1C69-52E4-42F7-86E6-7B2A7CE0CFA0}"/>
              </a:ext>
            </a:extLst>
          </p:cNvPr>
          <p:cNvCxnSpPr>
            <a:cxnSpLocks/>
            <a:stCxn id="111" idx="0"/>
            <a:endCxn id="100" idx="2"/>
          </p:cNvCxnSpPr>
          <p:nvPr/>
        </p:nvCxnSpPr>
        <p:spPr>
          <a:xfrm flipH="1" flipV="1">
            <a:off x="993179" y="4359209"/>
            <a:ext cx="19130" cy="113772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8E21A51-D0CE-445A-8FA2-D3F8F610D143}"/>
              </a:ext>
            </a:extLst>
          </p:cNvPr>
          <p:cNvCxnSpPr>
            <a:cxnSpLocks/>
            <a:stCxn id="112" idx="0"/>
            <a:endCxn id="100" idx="2"/>
          </p:cNvCxnSpPr>
          <p:nvPr/>
        </p:nvCxnSpPr>
        <p:spPr>
          <a:xfrm flipH="1" flipV="1">
            <a:off x="993179" y="4359209"/>
            <a:ext cx="1231398" cy="59402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611A4EF-9FC0-4C12-955D-42B5EBF24A67}"/>
              </a:ext>
            </a:extLst>
          </p:cNvPr>
          <p:cNvCxnSpPr>
            <a:cxnSpLocks/>
            <a:stCxn id="95" idx="2"/>
            <a:endCxn id="112" idx="0"/>
          </p:cNvCxnSpPr>
          <p:nvPr/>
        </p:nvCxnSpPr>
        <p:spPr>
          <a:xfrm>
            <a:off x="1959205" y="2739464"/>
            <a:ext cx="265372" cy="221376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77C3D00-114F-4666-997D-6E4EC1B77A54}"/>
              </a:ext>
            </a:extLst>
          </p:cNvPr>
          <p:cNvCxnSpPr>
            <a:cxnSpLocks/>
            <a:stCxn id="88" idx="0"/>
            <a:endCxn id="112" idx="2"/>
          </p:cNvCxnSpPr>
          <p:nvPr/>
        </p:nvCxnSpPr>
        <p:spPr>
          <a:xfrm flipH="1" flipV="1">
            <a:off x="2224577" y="5254017"/>
            <a:ext cx="1475440" cy="11060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73FD3E7-5F64-474D-BB06-119B37B6160F}"/>
                  </a:ext>
                </a:extLst>
              </p:cNvPr>
              <p:cNvSpPr txBox="1"/>
              <p:nvPr/>
            </p:nvSpPr>
            <p:spPr>
              <a:xfrm>
                <a:off x="322612" y="1283867"/>
                <a:ext cx="3527567" cy="504305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𝑟𝑝𝑐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𝑟𝑝𝑐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73FD3E7-5F64-474D-BB06-119B37B61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12" y="1283867"/>
                <a:ext cx="3527567" cy="504305"/>
              </a:xfrm>
              <a:prstGeom prst="rect">
                <a:avLst/>
              </a:prstGeom>
              <a:blipFill>
                <a:blip r:embed="rId19"/>
                <a:stretch>
                  <a:fillRect l="-18213" t="-170588" b="-249412"/>
                </a:stretch>
              </a:blipFill>
              <a:ln w="1905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0B9275E-C538-4412-BF2F-3431D980063D}"/>
              </a:ext>
            </a:extLst>
          </p:cNvPr>
          <p:cNvCxnSpPr>
            <a:cxnSpLocks/>
            <a:stCxn id="119" idx="0"/>
            <a:endCxn id="108" idx="2"/>
          </p:cNvCxnSpPr>
          <p:nvPr/>
        </p:nvCxnSpPr>
        <p:spPr>
          <a:xfrm flipV="1">
            <a:off x="2086396" y="1074999"/>
            <a:ext cx="2844268" cy="20886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2C62B97-DDAD-41ED-A3EB-0F42A0D3659D}"/>
              </a:ext>
            </a:extLst>
          </p:cNvPr>
          <p:cNvCxnSpPr>
            <a:cxnSpLocks/>
            <a:stCxn id="96" idx="3"/>
            <a:endCxn id="98" idx="0"/>
          </p:cNvCxnSpPr>
          <p:nvPr/>
        </p:nvCxnSpPr>
        <p:spPr>
          <a:xfrm>
            <a:off x="5680161" y="2833849"/>
            <a:ext cx="875544" cy="7504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ED072FB-5402-4EEE-BE68-D290A314F1E5}"/>
                  </a:ext>
                </a:extLst>
              </p:cNvPr>
              <p:cNvSpPr txBox="1"/>
              <p:nvPr/>
            </p:nvSpPr>
            <p:spPr>
              <a:xfrm>
                <a:off x="4429388" y="5855581"/>
                <a:ext cx="2075530" cy="30078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ED072FB-5402-4EEE-BE68-D290A314F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388" y="5855581"/>
                <a:ext cx="2075530" cy="3007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6" name="TextBox 625">
            <a:extLst>
              <a:ext uri="{FF2B5EF4-FFF2-40B4-BE49-F238E27FC236}">
                <a16:creationId xmlns:a16="http://schemas.microsoft.com/office/drawing/2014/main" id="{6994D031-9DF2-4AD1-9584-94F44881B6B5}"/>
              </a:ext>
            </a:extLst>
          </p:cNvPr>
          <p:cNvSpPr txBox="1"/>
          <p:nvPr/>
        </p:nvSpPr>
        <p:spPr>
          <a:xfrm>
            <a:off x="7899960" y="878482"/>
            <a:ext cx="1202887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Growth model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CE4345FD-7FC9-4B1B-931D-FAF777C4A308}"/>
              </a:ext>
            </a:extLst>
          </p:cNvPr>
          <p:cNvSpPr txBox="1"/>
          <p:nvPr/>
        </p:nvSpPr>
        <p:spPr>
          <a:xfrm>
            <a:off x="7088042" y="1428286"/>
            <a:ext cx="163082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Nucleation model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547C7883-5BC6-448C-9C58-8B50A5C49E51}"/>
              </a:ext>
            </a:extLst>
          </p:cNvPr>
          <p:cNvSpPr txBox="1"/>
          <p:nvPr/>
        </p:nvSpPr>
        <p:spPr>
          <a:xfrm>
            <a:off x="6947760" y="400680"/>
            <a:ext cx="1070885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Update block</a:t>
            </a:r>
          </a:p>
        </p:txBody>
      </p:sp>
      <p:cxnSp>
        <p:nvCxnSpPr>
          <p:cNvPr id="629" name="Straight Arrow Connector 628">
            <a:extLst>
              <a:ext uri="{FF2B5EF4-FFF2-40B4-BE49-F238E27FC236}">
                <a16:creationId xmlns:a16="http://schemas.microsoft.com/office/drawing/2014/main" id="{782460BA-83F3-4A9B-B364-08A264F4A5D0}"/>
              </a:ext>
            </a:extLst>
          </p:cNvPr>
          <p:cNvCxnSpPr>
            <a:cxnSpLocks/>
            <a:stCxn id="627" idx="0"/>
            <a:endCxn id="633" idx="2"/>
          </p:cNvCxnSpPr>
          <p:nvPr/>
        </p:nvCxnSpPr>
        <p:spPr>
          <a:xfrm flipH="1" flipV="1">
            <a:off x="6957328" y="1312793"/>
            <a:ext cx="946128" cy="115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Arrow Connector 629">
            <a:extLst>
              <a:ext uri="{FF2B5EF4-FFF2-40B4-BE49-F238E27FC236}">
                <a16:creationId xmlns:a16="http://schemas.microsoft.com/office/drawing/2014/main" id="{A4A81966-9C67-4E17-9456-735AD9D9CD4B}"/>
              </a:ext>
            </a:extLst>
          </p:cNvPr>
          <p:cNvCxnSpPr>
            <a:cxnSpLocks/>
            <a:stCxn id="628" idx="2"/>
            <a:endCxn id="627" idx="0"/>
          </p:cNvCxnSpPr>
          <p:nvPr/>
        </p:nvCxnSpPr>
        <p:spPr>
          <a:xfrm>
            <a:off x="7483203" y="677679"/>
            <a:ext cx="420253" cy="75060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Arrow Connector 630">
            <a:extLst>
              <a:ext uri="{FF2B5EF4-FFF2-40B4-BE49-F238E27FC236}">
                <a16:creationId xmlns:a16="http://schemas.microsoft.com/office/drawing/2014/main" id="{1550D4E6-5603-44AF-9EDB-0C165F0C4BA0}"/>
              </a:ext>
            </a:extLst>
          </p:cNvPr>
          <p:cNvCxnSpPr>
            <a:cxnSpLocks/>
            <a:stCxn id="626" idx="0"/>
            <a:endCxn id="628" idx="3"/>
          </p:cNvCxnSpPr>
          <p:nvPr/>
        </p:nvCxnSpPr>
        <p:spPr>
          <a:xfrm flipH="1" flipV="1">
            <a:off x="8018645" y="539180"/>
            <a:ext cx="482759" cy="3393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Arrow Connector 631">
            <a:extLst>
              <a:ext uri="{FF2B5EF4-FFF2-40B4-BE49-F238E27FC236}">
                <a16:creationId xmlns:a16="http://schemas.microsoft.com/office/drawing/2014/main" id="{0FDBC7C0-DCAF-4DB8-A0D3-7C1FFAFF8ADB}"/>
              </a:ext>
            </a:extLst>
          </p:cNvPr>
          <p:cNvCxnSpPr>
            <a:cxnSpLocks/>
            <a:stCxn id="627" idx="0"/>
            <a:endCxn id="626" idx="2"/>
          </p:cNvCxnSpPr>
          <p:nvPr/>
        </p:nvCxnSpPr>
        <p:spPr>
          <a:xfrm flipV="1">
            <a:off x="7903456" y="1155481"/>
            <a:ext cx="597948" cy="27280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TextBox 632">
            <a:extLst>
              <a:ext uri="{FF2B5EF4-FFF2-40B4-BE49-F238E27FC236}">
                <a16:creationId xmlns:a16="http://schemas.microsoft.com/office/drawing/2014/main" id="{BED88A42-46AE-4716-A1AF-876A24D012AF}"/>
              </a:ext>
            </a:extLst>
          </p:cNvPr>
          <p:cNvSpPr txBox="1"/>
          <p:nvPr/>
        </p:nvSpPr>
        <p:spPr>
          <a:xfrm>
            <a:off x="6301599" y="1035794"/>
            <a:ext cx="1311458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Strength model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703429-D197-46DB-B8A1-D0618400B8D1}"/>
              </a:ext>
            </a:extLst>
          </p:cNvPr>
          <p:cNvSpPr txBox="1"/>
          <p:nvPr/>
        </p:nvSpPr>
        <p:spPr>
          <a:xfrm>
            <a:off x="144720" y="186431"/>
            <a:ext cx="1941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Dashed and solid outlines</a:t>
            </a:r>
          </a:p>
        </p:txBody>
      </p:sp>
    </p:spTree>
    <p:extLst>
      <p:ext uri="{BB962C8B-B14F-4D97-AF65-F5344CB8AC3E}">
        <p14:creationId xmlns:p14="http://schemas.microsoft.com/office/powerpoint/2010/main" val="314281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0769D43-3230-4BF7-A424-ADCBEFE0231B}"/>
              </a:ext>
            </a:extLst>
          </p:cNvPr>
          <p:cNvCxnSpPr>
            <a:cxnSpLocks/>
            <a:stCxn id="90" idx="2"/>
            <a:endCxn id="100" idx="0"/>
          </p:cNvCxnSpPr>
          <p:nvPr/>
        </p:nvCxnSpPr>
        <p:spPr>
          <a:xfrm>
            <a:off x="565237" y="3707836"/>
            <a:ext cx="427942" cy="20843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7990155-CDFB-4549-BAC6-B2F3AD7FBE4B}"/>
              </a:ext>
            </a:extLst>
          </p:cNvPr>
          <p:cNvCxnSpPr>
            <a:cxnSpLocks/>
            <a:stCxn id="88" idx="0"/>
            <a:endCxn id="89" idx="2"/>
          </p:cNvCxnSpPr>
          <p:nvPr/>
        </p:nvCxnSpPr>
        <p:spPr>
          <a:xfrm flipV="1">
            <a:off x="3700017" y="4301805"/>
            <a:ext cx="301983" cy="20582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F97927A-7D14-4E98-8F27-1108AC161BBE}"/>
              </a:ext>
            </a:extLst>
          </p:cNvPr>
          <p:cNvCxnSpPr>
            <a:cxnSpLocks/>
            <a:stCxn id="91" idx="3"/>
            <a:endCxn id="93" idx="1"/>
          </p:cNvCxnSpPr>
          <p:nvPr/>
        </p:nvCxnSpPr>
        <p:spPr>
          <a:xfrm flipV="1">
            <a:off x="6504918" y="4697993"/>
            <a:ext cx="1362776" cy="1307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AFBAC91-445F-4050-BED0-376C729C7578}"/>
              </a:ext>
            </a:extLst>
          </p:cNvPr>
          <p:cNvCxnSpPr>
            <a:cxnSpLocks/>
            <a:stCxn id="87" idx="0"/>
            <a:endCxn id="93" idx="2"/>
          </p:cNvCxnSpPr>
          <p:nvPr/>
        </p:nvCxnSpPr>
        <p:spPr>
          <a:xfrm flipV="1">
            <a:off x="7983217" y="5026705"/>
            <a:ext cx="518187" cy="11296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4A35C3A-3BD6-4586-A8AA-7036A3BA7FF3}"/>
              </a:ext>
            </a:extLst>
          </p:cNvPr>
          <p:cNvCxnSpPr>
            <a:cxnSpLocks/>
            <a:stCxn id="100" idx="3"/>
            <a:endCxn id="96" idx="2"/>
          </p:cNvCxnSpPr>
          <p:nvPr/>
        </p:nvCxnSpPr>
        <p:spPr>
          <a:xfrm flipV="1">
            <a:off x="1841637" y="3445821"/>
            <a:ext cx="2505822" cy="69191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FFF1F8F-91C0-46BC-907B-30CB5D4975B9}"/>
              </a:ext>
            </a:extLst>
          </p:cNvPr>
          <p:cNvCxnSpPr>
            <a:cxnSpLocks/>
            <a:stCxn id="89" idx="0"/>
            <a:endCxn id="96" idx="2"/>
          </p:cNvCxnSpPr>
          <p:nvPr/>
        </p:nvCxnSpPr>
        <p:spPr>
          <a:xfrm flipV="1">
            <a:off x="4002000" y="3445821"/>
            <a:ext cx="345459" cy="56468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DCFBCAF-F956-4EAE-935D-0030F5210EE8}"/>
              </a:ext>
            </a:extLst>
          </p:cNvPr>
          <p:cNvCxnSpPr>
            <a:cxnSpLocks/>
            <a:stCxn id="93" idx="0"/>
            <a:endCxn id="97" idx="2"/>
          </p:cNvCxnSpPr>
          <p:nvPr/>
        </p:nvCxnSpPr>
        <p:spPr>
          <a:xfrm flipH="1" flipV="1">
            <a:off x="7664357" y="2921486"/>
            <a:ext cx="837047" cy="144779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A9E3982-ED26-4709-9009-17B526F0960E}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 flipV="1">
            <a:off x="5365193" y="2583253"/>
            <a:ext cx="965686" cy="64109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9DA761F-AC2D-49F4-BB13-AFFAAEB22A3A}"/>
              </a:ext>
            </a:extLst>
          </p:cNvPr>
          <p:cNvCxnSpPr>
            <a:cxnSpLocks/>
            <a:stCxn id="96" idx="0"/>
            <a:endCxn id="95" idx="2"/>
          </p:cNvCxnSpPr>
          <p:nvPr/>
        </p:nvCxnSpPr>
        <p:spPr>
          <a:xfrm flipH="1" flipV="1">
            <a:off x="1905356" y="2693452"/>
            <a:ext cx="2442103" cy="30942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4AEA070-4E9B-4C10-BE0F-068367A6005A}"/>
              </a:ext>
            </a:extLst>
          </p:cNvPr>
          <p:cNvCxnSpPr>
            <a:cxnSpLocks/>
            <a:stCxn id="97" idx="1"/>
            <a:endCxn id="95" idx="3"/>
          </p:cNvCxnSpPr>
          <p:nvPr/>
        </p:nvCxnSpPr>
        <p:spPr>
          <a:xfrm flipH="1" flipV="1">
            <a:off x="3488099" y="2330885"/>
            <a:ext cx="2842780" cy="25236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74105EB-4E8E-4363-8598-98B499566DF8}"/>
              </a:ext>
            </a:extLst>
          </p:cNvPr>
          <p:cNvCxnSpPr>
            <a:cxnSpLocks/>
            <a:stCxn id="95" idx="2"/>
            <a:endCxn id="91" idx="1"/>
          </p:cNvCxnSpPr>
          <p:nvPr/>
        </p:nvCxnSpPr>
        <p:spPr>
          <a:xfrm>
            <a:off x="1905356" y="2693452"/>
            <a:ext cx="2524032" cy="331252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AAEECAC-5DCD-460B-A292-62F577ADAAB7}"/>
              </a:ext>
            </a:extLst>
          </p:cNvPr>
          <p:cNvCxnSpPr>
            <a:cxnSpLocks/>
            <a:stCxn id="95" idx="2"/>
            <a:endCxn id="90" idx="0"/>
          </p:cNvCxnSpPr>
          <p:nvPr/>
        </p:nvCxnSpPr>
        <p:spPr>
          <a:xfrm flipH="1">
            <a:off x="565237" y="2693452"/>
            <a:ext cx="1340119" cy="55695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41A325-AF84-48B4-B123-50D733381FFF}"/>
              </a:ext>
            </a:extLst>
          </p:cNvPr>
          <p:cNvCxnSpPr>
            <a:cxnSpLocks/>
            <a:stCxn id="88" idx="3"/>
            <a:endCxn id="87" idx="1"/>
          </p:cNvCxnSpPr>
          <p:nvPr/>
        </p:nvCxnSpPr>
        <p:spPr>
          <a:xfrm flipV="1">
            <a:off x="4572000" y="6484504"/>
            <a:ext cx="2596787" cy="1407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9E420B6-29C3-4CC2-96DE-E202D1821D48}"/>
              </a:ext>
            </a:extLst>
          </p:cNvPr>
          <p:cNvCxnSpPr>
            <a:cxnSpLocks/>
            <a:stCxn id="96" idx="3"/>
            <a:endCxn id="87" idx="0"/>
          </p:cNvCxnSpPr>
          <p:nvPr/>
        </p:nvCxnSpPr>
        <p:spPr>
          <a:xfrm>
            <a:off x="5365193" y="3224350"/>
            <a:ext cx="2618024" cy="293201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E98B351-97C0-45B8-ACB6-024582D198C3}"/>
              </a:ext>
            </a:extLst>
          </p:cNvPr>
          <p:cNvCxnSpPr>
            <a:cxnSpLocks/>
            <a:stCxn id="92" idx="3"/>
            <a:endCxn id="98" idx="2"/>
          </p:cNvCxnSpPr>
          <p:nvPr/>
        </p:nvCxnSpPr>
        <p:spPr>
          <a:xfrm flipV="1">
            <a:off x="6434398" y="4198206"/>
            <a:ext cx="121307" cy="9651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F43F0F6-1A66-4339-97A0-422332AF0CBE}"/>
              </a:ext>
            </a:extLst>
          </p:cNvPr>
          <p:cNvCxnSpPr>
            <a:cxnSpLocks/>
            <a:stCxn id="98" idx="0"/>
            <a:endCxn id="97" idx="2"/>
          </p:cNvCxnSpPr>
          <p:nvPr/>
        </p:nvCxnSpPr>
        <p:spPr>
          <a:xfrm flipV="1">
            <a:off x="6555705" y="2921486"/>
            <a:ext cx="1108652" cy="66283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D0FD5EC-C9A6-4042-8CE0-29A196ED7E72}"/>
                  </a:ext>
                </a:extLst>
              </p:cNvPr>
              <p:cNvSpPr txBox="1"/>
              <p:nvPr/>
            </p:nvSpPr>
            <p:spPr>
              <a:xfrm>
                <a:off x="7168787" y="6156369"/>
                <a:ext cx="1628859" cy="65627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𝑅𝑠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D0FD5EC-C9A6-4042-8CE0-29A196ED7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787" y="6156369"/>
                <a:ext cx="1628859" cy="656270"/>
              </a:xfrm>
              <a:prstGeom prst="rect">
                <a:avLst/>
              </a:prstGeom>
              <a:blipFill>
                <a:blip r:embed="rId2"/>
                <a:stretch>
                  <a:fillRect b="-901"/>
                </a:stretch>
              </a:blipFill>
              <a:ln w="19050"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1114A1C-66B7-47F3-A0BE-1A8CBF222A95}"/>
                  </a:ext>
                </a:extLst>
              </p:cNvPr>
              <p:cNvSpPr txBox="1"/>
              <p:nvPr/>
            </p:nvSpPr>
            <p:spPr>
              <a:xfrm>
                <a:off x="2828034" y="6360075"/>
                <a:ext cx="1743966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1114A1C-66B7-47F3-A0BE-1A8CBF222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034" y="6360075"/>
                <a:ext cx="1743966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9DFAAF9-60FA-4B49-9768-6DE7DEBAA7B0}"/>
                  </a:ext>
                </a:extLst>
              </p:cNvPr>
              <p:cNvSpPr txBox="1"/>
              <p:nvPr/>
            </p:nvSpPr>
            <p:spPr>
              <a:xfrm>
                <a:off x="3250241" y="4010507"/>
                <a:ext cx="1503517" cy="2912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9DFAAF9-60FA-4B49-9768-6DE7DEBA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241" y="4010507"/>
                <a:ext cx="1503517" cy="2912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B3D6F25-ABD6-4E5C-BFF7-555837A73AAC}"/>
                  </a:ext>
                </a:extLst>
              </p:cNvPr>
              <p:cNvSpPr txBox="1"/>
              <p:nvPr/>
            </p:nvSpPr>
            <p:spPr>
              <a:xfrm>
                <a:off x="63760" y="3250403"/>
                <a:ext cx="1002954" cy="4574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B3D6F25-ABD6-4E5C-BFF7-555837A73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0" y="3250403"/>
                <a:ext cx="1002954" cy="457433"/>
              </a:xfrm>
              <a:prstGeom prst="rect">
                <a:avLst/>
              </a:prstGeom>
              <a:blipFill>
                <a:blip r:embed="rId5"/>
                <a:stretch>
                  <a:fillRect b="-2564"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3C10DF9-6423-4E32-A90A-B0CD882E745F}"/>
                  </a:ext>
                </a:extLst>
              </p:cNvPr>
              <p:cNvSpPr txBox="1"/>
              <p:nvPr/>
            </p:nvSpPr>
            <p:spPr>
              <a:xfrm>
                <a:off x="4168343" y="4834796"/>
                <a:ext cx="2266055" cy="65710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571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3C10DF9-6423-4E32-A90A-B0CD882E7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343" y="4834796"/>
                <a:ext cx="2266055" cy="6571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571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656352A-7259-41DD-8911-50967B673024}"/>
                  </a:ext>
                </a:extLst>
              </p:cNvPr>
              <p:cNvSpPr txBox="1"/>
              <p:nvPr/>
            </p:nvSpPr>
            <p:spPr>
              <a:xfrm>
                <a:off x="7867694" y="4369281"/>
                <a:ext cx="1267420" cy="65742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656352A-7259-41DD-8911-50967B673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694" y="4369281"/>
                <a:ext cx="1267420" cy="657424"/>
              </a:xfrm>
              <a:prstGeom prst="rect">
                <a:avLst/>
              </a:prstGeom>
              <a:blipFill>
                <a:blip r:embed="rId7"/>
                <a:stretch>
                  <a:fillRect b="-1802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BC164D4-EA37-4115-A2E5-9CF59E1A83E0}"/>
              </a:ext>
            </a:extLst>
          </p:cNvPr>
          <p:cNvCxnSpPr>
            <a:cxnSpLocks/>
            <a:stCxn id="92" idx="3"/>
            <a:endCxn id="93" idx="1"/>
          </p:cNvCxnSpPr>
          <p:nvPr/>
        </p:nvCxnSpPr>
        <p:spPr>
          <a:xfrm flipV="1">
            <a:off x="6434398" y="4697993"/>
            <a:ext cx="1433296" cy="4653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7C8069D-BF31-4E59-9CC9-A7A7681FEB97}"/>
                  </a:ext>
                </a:extLst>
              </p:cNvPr>
              <p:cNvSpPr txBox="1"/>
              <p:nvPr/>
            </p:nvSpPr>
            <p:spPr>
              <a:xfrm>
                <a:off x="322612" y="1968317"/>
                <a:ext cx="3165487" cy="72513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𝑉𝐹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𝑉𝐹</m:t>
                      </m:r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𝑉𝐹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7C8069D-BF31-4E59-9CC9-A7A7681FE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12" y="1968317"/>
                <a:ext cx="3165487" cy="725135"/>
              </a:xfrm>
              <a:prstGeom prst="rect">
                <a:avLst/>
              </a:prstGeom>
              <a:blipFill>
                <a:blip r:embed="rId8"/>
                <a:stretch>
                  <a:fillRect t="-59016" b="-117213"/>
                </a:stretch>
              </a:blipFill>
              <a:ln w="19050">
                <a:solidFill>
                  <a:schemeClr val="accent2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9C5F62A-FDE8-47D7-B42B-141D9EE725A8}"/>
                  </a:ext>
                </a:extLst>
              </p:cNvPr>
              <p:cNvSpPr txBox="1"/>
              <p:nvPr/>
            </p:nvSpPr>
            <p:spPr>
              <a:xfrm>
                <a:off x="3329724" y="3002879"/>
                <a:ext cx="2035469" cy="4429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9C5F62A-FDE8-47D7-B42B-141D9EE7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724" y="3002879"/>
                <a:ext cx="2035469" cy="4429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2FE00A6-BF8D-437E-8BD4-326DEDB5EC91}"/>
                  </a:ext>
                </a:extLst>
              </p:cNvPr>
              <p:cNvSpPr txBox="1"/>
              <p:nvPr/>
            </p:nvSpPr>
            <p:spPr>
              <a:xfrm>
                <a:off x="6330879" y="2245019"/>
                <a:ext cx="2666956" cy="67646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+=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𝑐𝑜𝑎𝑟𝑠𝑒𝑛𝑖𝑛𝑔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2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d>
                      <m:r>
                        <a:rPr lang="en-GB" sz="12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2FE00A6-BF8D-437E-8BD4-326DEDB5E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879" y="2245019"/>
                <a:ext cx="2666956" cy="6764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034D9A0-E2DC-4755-87A7-270E3A5E0723}"/>
                  </a:ext>
                </a:extLst>
              </p:cNvPr>
              <p:cNvSpPr txBox="1"/>
              <p:nvPr/>
            </p:nvSpPr>
            <p:spPr>
              <a:xfrm>
                <a:off x="5183730" y="3584320"/>
                <a:ext cx="2743949" cy="6138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571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1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𝑐𝑜𝑎𝑟𝑠𝑒𝑛𝑖𝑛𝑔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11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].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𝑐𝑜𝑎𝑟𝑠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100" dirty="0"/>
                  <a:t> </a:t>
                </a:r>
                <a14:m>
                  <m:oMath xmlns:m="http://schemas.openxmlformats.org/officeDocument/2006/math">
                    <m:r>
                      <a:rPr lang="en-GB" sz="11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GB" sz="11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1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034D9A0-E2DC-4755-87A7-270E3A5E0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730" y="3584320"/>
                <a:ext cx="2743949" cy="613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571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1E23ADE-6F21-4685-A9FC-AEC288737047}"/>
              </a:ext>
            </a:extLst>
          </p:cNvPr>
          <p:cNvCxnSpPr>
            <a:cxnSpLocks/>
            <a:stCxn id="96" idx="2"/>
            <a:endCxn id="92" idx="0"/>
          </p:cNvCxnSpPr>
          <p:nvPr/>
        </p:nvCxnSpPr>
        <p:spPr>
          <a:xfrm>
            <a:off x="4347459" y="3445821"/>
            <a:ext cx="953912" cy="138897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3094E21-2CFB-4CF3-AF29-4B509CF01603}"/>
                  </a:ext>
                </a:extLst>
              </p:cNvPr>
              <p:cNvSpPr txBox="1"/>
              <p:nvPr/>
            </p:nvSpPr>
            <p:spPr>
              <a:xfrm>
                <a:off x="144720" y="3916267"/>
                <a:ext cx="1696917" cy="4429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00B05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3094E21-2CFB-4CF3-AF29-4B509CF01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20" y="3916267"/>
                <a:ext cx="1696917" cy="44294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rgbClr val="00B05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4B37B94-EFB7-41ED-A974-1E73068229CF}"/>
              </a:ext>
            </a:extLst>
          </p:cNvPr>
          <p:cNvCxnSpPr>
            <a:cxnSpLocks/>
            <a:stCxn id="96" idx="0"/>
            <a:endCxn id="119" idx="3"/>
          </p:cNvCxnSpPr>
          <p:nvPr/>
        </p:nvCxnSpPr>
        <p:spPr>
          <a:xfrm flipH="1" flipV="1">
            <a:off x="3850179" y="1536020"/>
            <a:ext cx="497280" cy="146685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4160301-96E3-4AF7-992E-0B2FDCD9D436}"/>
              </a:ext>
            </a:extLst>
          </p:cNvPr>
          <p:cNvCxnSpPr>
            <a:cxnSpLocks/>
            <a:stCxn id="119" idx="0"/>
            <a:endCxn id="107" idx="2"/>
          </p:cNvCxnSpPr>
          <p:nvPr/>
        </p:nvCxnSpPr>
        <p:spPr>
          <a:xfrm flipV="1">
            <a:off x="2086396" y="1070976"/>
            <a:ext cx="63954" cy="21289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2337C81-E7ED-43CC-BD2A-09A86724FE4E}"/>
                  </a:ext>
                </a:extLst>
              </p:cNvPr>
              <p:cNvSpPr txBox="1"/>
              <p:nvPr/>
            </p:nvSpPr>
            <p:spPr>
              <a:xfrm>
                <a:off x="2319796" y="50473"/>
                <a:ext cx="2933153" cy="31713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𝑝𝑝𝑡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2337C81-E7ED-43CC-BD2A-09A86724F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796" y="50473"/>
                <a:ext cx="2933153" cy="3171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1558D04-87C6-4341-8D4D-D2F39384AACE}"/>
                  </a:ext>
                </a:extLst>
              </p:cNvPr>
              <p:cNvSpPr txBox="1"/>
              <p:nvPr/>
            </p:nvSpPr>
            <p:spPr>
              <a:xfrm>
                <a:off x="891760" y="774869"/>
                <a:ext cx="2517180" cy="296107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1558D04-87C6-4341-8D4D-D2F39384A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60" y="774869"/>
                <a:ext cx="2517180" cy="29610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9AB0F35-054C-418E-911D-49723A765FDC}"/>
                  </a:ext>
                </a:extLst>
              </p:cNvPr>
              <p:cNvSpPr txBox="1"/>
              <p:nvPr/>
            </p:nvSpPr>
            <p:spPr>
              <a:xfrm>
                <a:off x="3627616" y="757861"/>
                <a:ext cx="2606096" cy="31713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9AB0F35-054C-418E-911D-49723A76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616" y="757861"/>
                <a:ext cx="2606096" cy="31713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019BC9A-2067-4B6E-9401-320F97D3FB11}"/>
              </a:ext>
            </a:extLst>
          </p:cNvPr>
          <p:cNvCxnSpPr>
            <a:cxnSpLocks/>
            <a:stCxn id="107" idx="0"/>
            <a:endCxn id="105" idx="2"/>
          </p:cNvCxnSpPr>
          <p:nvPr/>
        </p:nvCxnSpPr>
        <p:spPr>
          <a:xfrm flipV="1">
            <a:off x="2150350" y="367611"/>
            <a:ext cx="1636023" cy="407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43B4FCE-DEDA-4535-B8F9-94D5A2543E56}"/>
              </a:ext>
            </a:extLst>
          </p:cNvPr>
          <p:cNvCxnSpPr>
            <a:cxnSpLocks/>
            <a:stCxn id="108" idx="0"/>
            <a:endCxn id="105" idx="2"/>
          </p:cNvCxnSpPr>
          <p:nvPr/>
        </p:nvCxnSpPr>
        <p:spPr>
          <a:xfrm flipH="1" flipV="1">
            <a:off x="3786373" y="367611"/>
            <a:ext cx="1144291" cy="39025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5C66CD0-DDFE-4477-90FC-D2351A60E1F5}"/>
                  </a:ext>
                </a:extLst>
              </p:cNvPr>
              <p:cNvSpPr txBox="1"/>
              <p:nvPr/>
            </p:nvSpPr>
            <p:spPr>
              <a:xfrm>
                <a:off x="294615" y="5496936"/>
                <a:ext cx="1435388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5C66CD0-DDFE-4477-90FC-D2351A60E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15" y="5496936"/>
                <a:ext cx="143538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94034CE-4490-457B-B213-23C71ED3B1A7}"/>
                  </a:ext>
                </a:extLst>
              </p:cNvPr>
              <p:cNvSpPr txBox="1"/>
              <p:nvPr/>
            </p:nvSpPr>
            <p:spPr>
              <a:xfrm>
                <a:off x="1446120" y="4953229"/>
                <a:ext cx="1556913" cy="3007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94034CE-4490-457B-B213-23C71ED3B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120" y="4953229"/>
                <a:ext cx="1556913" cy="3007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0CE4376-3FD1-4707-BB8B-F6AFA0EAB29C}"/>
              </a:ext>
            </a:extLst>
          </p:cNvPr>
          <p:cNvCxnSpPr>
            <a:cxnSpLocks/>
            <a:stCxn id="88" idx="0"/>
            <a:endCxn id="111" idx="2"/>
          </p:cNvCxnSpPr>
          <p:nvPr/>
        </p:nvCxnSpPr>
        <p:spPr>
          <a:xfrm flipH="1" flipV="1">
            <a:off x="1012309" y="5773935"/>
            <a:ext cx="2687708" cy="58614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8AF1C69-52E4-42F7-86E6-7B2A7CE0CFA0}"/>
              </a:ext>
            </a:extLst>
          </p:cNvPr>
          <p:cNvCxnSpPr>
            <a:cxnSpLocks/>
            <a:stCxn id="111" idx="0"/>
            <a:endCxn id="100" idx="2"/>
          </p:cNvCxnSpPr>
          <p:nvPr/>
        </p:nvCxnSpPr>
        <p:spPr>
          <a:xfrm flipH="1" flipV="1">
            <a:off x="993179" y="4359209"/>
            <a:ext cx="19130" cy="113772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8E21A51-D0CE-445A-8FA2-D3F8F610D143}"/>
              </a:ext>
            </a:extLst>
          </p:cNvPr>
          <p:cNvCxnSpPr>
            <a:cxnSpLocks/>
            <a:stCxn id="112" idx="0"/>
            <a:endCxn id="100" idx="2"/>
          </p:cNvCxnSpPr>
          <p:nvPr/>
        </p:nvCxnSpPr>
        <p:spPr>
          <a:xfrm flipH="1" flipV="1">
            <a:off x="993179" y="4359209"/>
            <a:ext cx="1231398" cy="59402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611A4EF-9FC0-4C12-955D-42B5EBF24A67}"/>
              </a:ext>
            </a:extLst>
          </p:cNvPr>
          <p:cNvCxnSpPr>
            <a:cxnSpLocks/>
            <a:stCxn id="95" idx="2"/>
            <a:endCxn id="112" idx="0"/>
          </p:cNvCxnSpPr>
          <p:nvPr/>
        </p:nvCxnSpPr>
        <p:spPr>
          <a:xfrm>
            <a:off x="1905356" y="2693452"/>
            <a:ext cx="319221" cy="225977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77C3D00-114F-4666-997D-6E4EC1B77A54}"/>
              </a:ext>
            </a:extLst>
          </p:cNvPr>
          <p:cNvCxnSpPr>
            <a:cxnSpLocks/>
            <a:stCxn id="88" idx="0"/>
            <a:endCxn id="112" idx="2"/>
          </p:cNvCxnSpPr>
          <p:nvPr/>
        </p:nvCxnSpPr>
        <p:spPr>
          <a:xfrm flipH="1" flipV="1">
            <a:off x="2224577" y="5254017"/>
            <a:ext cx="1475440" cy="11060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73FD3E7-5F64-474D-BB06-119B37B6160F}"/>
                  </a:ext>
                </a:extLst>
              </p:cNvPr>
              <p:cNvSpPr txBox="1"/>
              <p:nvPr/>
            </p:nvSpPr>
            <p:spPr>
              <a:xfrm>
                <a:off x="322612" y="1283867"/>
                <a:ext cx="3527567" cy="504305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𝑟𝑝𝑐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𝑟𝑝𝑐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73FD3E7-5F64-474D-BB06-119B37B61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12" y="1283867"/>
                <a:ext cx="3527567" cy="504305"/>
              </a:xfrm>
              <a:prstGeom prst="rect">
                <a:avLst/>
              </a:prstGeom>
              <a:blipFill>
                <a:blip r:embed="rId18"/>
                <a:stretch>
                  <a:fillRect l="-18213" t="-170588" b="-249412"/>
                </a:stretch>
              </a:blipFill>
              <a:ln w="1905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0B9275E-C538-4412-BF2F-3431D980063D}"/>
              </a:ext>
            </a:extLst>
          </p:cNvPr>
          <p:cNvCxnSpPr>
            <a:cxnSpLocks/>
            <a:stCxn id="119" idx="0"/>
            <a:endCxn id="108" idx="2"/>
          </p:cNvCxnSpPr>
          <p:nvPr/>
        </p:nvCxnSpPr>
        <p:spPr>
          <a:xfrm flipV="1">
            <a:off x="2086396" y="1074999"/>
            <a:ext cx="2844268" cy="20886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2C62B97-DDAD-41ED-A3EB-0F42A0D3659D}"/>
              </a:ext>
            </a:extLst>
          </p:cNvPr>
          <p:cNvCxnSpPr>
            <a:cxnSpLocks/>
            <a:stCxn id="96" idx="3"/>
            <a:endCxn id="98" idx="0"/>
          </p:cNvCxnSpPr>
          <p:nvPr/>
        </p:nvCxnSpPr>
        <p:spPr>
          <a:xfrm>
            <a:off x="5365193" y="3224350"/>
            <a:ext cx="1190512" cy="3599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ED072FB-5402-4EEE-BE68-D290A314F1E5}"/>
                  </a:ext>
                </a:extLst>
              </p:cNvPr>
              <p:cNvSpPr txBox="1"/>
              <p:nvPr/>
            </p:nvSpPr>
            <p:spPr>
              <a:xfrm>
                <a:off x="4429388" y="5855581"/>
                <a:ext cx="2075530" cy="30078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ED072FB-5402-4EEE-BE68-D290A314F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388" y="5855581"/>
                <a:ext cx="2075530" cy="3007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6" name="TextBox 625">
            <a:extLst>
              <a:ext uri="{FF2B5EF4-FFF2-40B4-BE49-F238E27FC236}">
                <a16:creationId xmlns:a16="http://schemas.microsoft.com/office/drawing/2014/main" id="{6994D031-9DF2-4AD1-9584-94F44881B6B5}"/>
              </a:ext>
            </a:extLst>
          </p:cNvPr>
          <p:cNvSpPr txBox="1"/>
          <p:nvPr/>
        </p:nvSpPr>
        <p:spPr>
          <a:xfrm>
            <a:off x="7899960" y="878482"/>
            <a:ext cx="1202887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Growth model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CE4345FD-7FC9-4B1B-931D-FAF777C4A308}"/>
              </a:ext>
            </a:extLst>
          </p:cNvPr>
          <p:cNvSpPr txBox="1"/>
          <p:nvPr/>
        </p:nvSpPr>
        <p:spPr>
          <a:xfrm>
            <a:off x="7088042" y="1428286"/>
            <a:ext cx="163082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Nucleation model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547C7883-5BC6-448C-9C58-8B50A5C49E51}"/>
              </a:ext>
            </a:extLst>
          </p:cNvPr>
          <p:cNvSpPr txBox="1"/>
          <p:nvPr/>
        </p:nvSpPr>
        <p:spPr>
          <a:xfrm>
            <a:off x="6947760" y="400680"/>
            <a:ext cx="1070885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Update block</a:t>
            </a:r>
          </a:p>
        </p:txBody>
      </p:sp>
      <p:cxnSp>
        <p:nvCxnSpPr>
          <p:cNvPr id="629" name="Straight Arrow Connector 628">
            <a:extLst>
              <a:ext uri="{FF2B5EF4-FFF2-40B4-BE49-F238E27FC236}">
                <a16:creationId xmlns:a16="http://schemas.microsoft.com/office/drawing/2014/main" id="{782460BA-83F3-4A9B-B364-08A264F4A5D0}"/>
              </a:ext>
            </a:extLst>
          </p:cNvPr>
          <p:cNvCxnSpPr>
            <a:cxnSpLocks/>
            <a:stCxn id="627" idx="0"/>
            <a:endCxn id="633" idx="2"/>
          </p:cNvCxnSpPr>
          <p:nvPr/>
        </p:nvCxnSpPr>
        <p:spPr>
          <a:xfrm flipH="1" flipV="1">
            <a:off x="6957328" y="1312793"/>
            <a:ext cx="946128" cy="115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Arrow Connector 629">
            <a:extLst>
              <a:ext uri="{FF2B5EF4-FFF2-40B4-BE49-F238E27FC236}">
                <a16:creationId xmlns:a16="http://schemas.microsoft.com/office/drawing/2014/main" id="{A4A81966-9C67-4E17-9456-735AD9D9CD4B}"/>
              </a:ext>
            </a:extLst>
          </p:cNvPr>
          <p:cNvCxnSpPr>
            <a:cxnSpLocks/>
            <a:stCxn id="628" idx="2"/>
            <a:endCxn id="627" idx="0"/>
          </p:cNvCxnSpPr>
          <p:nvPr/>
        </p:nvCxnSpPr>
        <p:spPr>
          <a:xfrm>
            <a:off x="7483203" y="677679"/>
            <a:ext cx="420253" cy="75060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Arrow Connector 630">
            <a:extLst>
              <a:ext uri="{FF2B5EF4-FFF2-40B4-BE49-F238E27FC236}">
                <a16:creationId xmlns:a16="http://schemas.microsoft.com/office/drawing/2014/main" id="{1550D4E6-5603-44AF-9EDB-0C165F0C4BA0}"/>
              </a:ext>
            </a:extLst>
          </p:cNvPr>
          <p:cNvCxnSpPr>
            <a:cxnSpLocks/>
            <a:stCxn id="626" idx="0"/>
            <a:endCxn id="628" idx="3"/>
          </p:cNvCxnSpPr>
          <p:nvPr/>
        </p:nvCxnSpPr>
        <p:spPr>
          <a:xfrm flipH="1" flipV="1">
            <a:off x="8018645" y="539180"/>
            <a:ext cx="482759" cy="3393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Arrow Connector 631">
            <a:extLst>
              <a:ext uri="{FF2B5EF4-FFF2-40B4-BE49-F238E27FC236}">
                <a16:creationId xmlns:a16="http://schemas.microsoft.com/office/drawing/2014/main" id="{0FDBC7C0-DCAF-4DB8-A0D3-7C1FFAFF8ADB}"/>
              </a:ext>
            </a:extLst>
          </p:cNvPr>
          <p:cNvCxnSpPr>
            <a:cxnSpLocks/>
            <a:stCxn id="627" idx="0"/>
            <a:endCxn id="626" idx="2"/>
          </p:cNvCxnSpPr>
          <p:nvPr/>
        </p:nvCxnSpPr>
        <p:spPr>
          <a:xfrm flipV="1">
            <a:off x="7903456" y="1155481"/>
            <a:ext cx="597948" cy="27280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TextBox 632">
            <a:extLst>
              <a:ext uri="{FF2B5EF4-FFF2-40B4-BE49-F238E27FC236}">
                <a16:creationId xmlns:a16="http://schemas.microsoft.com/office/drawing/2014/main" id="{BED88A42-46AE-4716-A1AF-876A24D012AF}"/>
              </a:ext>
            </a:extLst>
          </p:cNvPr>
          <p:cNvSpPr txBox="1"/>
          <p:nvPr/>
        </p:nvSpPr>
        <p:spPr>
          <a:xfrm>
            <a:off x="6301599" y="1035794"/>
            <a:ext cx="1311458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Strength model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547DC8D-D6A4-4923-B845-522B0CE77DE7}"/>
              </a:ext>
            </a:extLst>
          </p:cNvPr>
          <p:cNvCxnSpPr>
            <a:cxnSpLocks/>
            <a:stCxn id="91" idx="3"/>
            <a:endCxn id="98" idx="2"/>
          </p:cNvCxnSpPr>
          <p:nvPr/>
        </p:nvCxnSpPr>
        <p:spPr>
          <a:xfrm flipV="1">
            <a:off x="6504918" y="4198206"/>
            <a:ext cx="50787" cy="18077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E8B5D8F1-AF25-43A4-A055-AB99A5BBF32C}"/>
              </a:ext>
            </a:extLst>
          </p:cNvPr>
          <p:cNvSpPr txBox="1"/>
          <p:nvPr/>
        </p:nvSpPr>
        <p:spPr>
          <a:xfrm>
            <a:off x="144720" y="186431"/>
            <a:ext cx="1941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Consistent colors of the arrows</a:t>
            </a:r>
          </a:p>
        </p:txBody>
      </p:sp>
    </p:spTree>
    <p:extLst>
      <p:ext uri="{BB962C8B-B14F-4D97-AF65-F5344CB8AC3E}">
        <p14:creationId xmlns:p14="http://schemas.microsoft.com/office/powerpoint/2010/main" val="228915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FC87695-7722-4E59-8D08-1D8F41BF6BB7}"/>
                  </a:ext>
                </a:extLst>
              </p:cNvPr>
              <p:cNvSpPr txBox="1"/>
              <p:nvPr/>
            </p:nvSpPr>
            <p:spPr>
              <a:xfrm>
                <a:off x="2490428" y="154583"/>
                <a:ext cx="1743966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FC87695-7722-4E59-8D08-1D8F41BF6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428" y="154583"/>
                <a:ext cx="1743966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9E7C300-4D28-4DA2-A7A0-D090F0FA5B2F}"/>
                  </a:ext>
                </a:extLst>
              </p:cNvPr>
              <p:cNvSpPr txBox="1"/>
              <p:nvPr/>
            </p:nvSpPr>
            <p:spPr>
              <a:xfrm>
                <a:off x="1465971" y="2217496"/>
                <a:ext cx="1503517" cy="2912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9E7C300-4D28-4DA2-A7A0-D090F0FA5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971" y="2217496"/>
                <a:ext cx="1503517" cy="2912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75D1339-D80A-4F07-8746-A791A228C275}"/>
                  </a:ext>
                </a:extLst>
              </p:cNvPr>
              <p:cNvSpPr txBox="1"/>
              <p:nvPr/>
            </p:nvSpPr>
            <p:spPr>
              <a:xfrm>
                <a:off x="0" y="969109"/>
                <a:ext cx="1435388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75D1339-D80A-4F07-8746-A791A228C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69109"/>
                <a:ext cx="143538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2C0369-1DA6-424F-AD1E-128C38A85DFE}"/>
                  </a:ext>
                </a:extLst>
              </p:cNvPr>
              <p:cNvSpPr txBox="1"/>
              <p:nvPr/>
            </p:nvSpPr>
            <p:spPr>
              <a:xfrm>
                <a:off x="917589" y="1600861"/>
                <a:ext cx="1556913" cy="3007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2C0369-1DA6-424F-AD1E-128C38A85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89" y="1600861"/>
                <a:ext cx="1556913" cy="3007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F9B3EC7-8953-4B7F-98A1-603816C3087C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flipH="1">
            <a:off x="2217730" y="431582"/>
            <a:ext cx="1144681" cy="178591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A0137C2-66CC-4D93-836E-C8D45B2E36A2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flipH="1">
            <a:off x="717694" y="431582"/>
            <a:ext cx="2644717" cy="53752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77EF27B-B243-4B77-B531-16EA7A7B1BC5}"/>
              </a:ext>
            </a:extLst>
          </p:cNvPr>
          <p:cNvCxnSpPr>
            <a:cxnSpLocks/>
            <a:stCxn id="57" idx="2"/>
            <a:endCxn id="61" idx="0"/>
          </p:cNvCxnSpPr>
          <p:nvPr/>
        </p:nvCxnSpPr>
        <p:spPr>
          <a:xfrm flipH="1">
            <a:off x="1696046" y="431582"/>
            <a:ext cx="1666365" cy="116927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EDC2C47-CD0C-42C3-9894-83507EAC49D8}"/>
                  </a:ext>
                </a:extLst>
              </p:cNvPr>
              <p:cNvSpPr txBox="1"/>
              <p:nvPr/>
            </p:nvSpPr>
            <p:spPr>
              <a:xfrm>
                <a:off x="-149895" y="2584616"/>
                <a:ext cx="1696917" cy="4429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00B05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EDC2C47-CD0C-42C3-9894-83507EAC4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9895" y="2584616"/>
                <a:ext cx="1696917" cy="4429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00B05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33195F6-DFEA-40AB-9270-3E3DAB9FF81E}"/>
              </a:ext>
            </a:extLst>
          </p:cNvPr>
          <p:cNvCxnSpPr>
            <a:cxnSpLocks/>
            <a:stCxn id="60" idx="2"/>
            <a:endCxn id="80" idx="0"/>
          </p:cNvCxnSpPr>
          <p:nvPr/>
        </p:nvCxnSpPr>
        <p:spPr>
          <a:xfrm flipH="1">
            <a:off x="698564" y="1246108"/>
            <a:ext cx="19130" cy="13385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F5A8DE0-E6C4-47EF-B1FE-36040BDD8700}"/>
              </a:ext>
            </a:extLst>
          </p:cNvPr>
          <p:cNvCxnSpPr>
            <a:cxnSpLocks/>
            <a:stCxn id="61" idx="2"/>
            <a:endCxn id="80" idx="0"/>
          </p:cNvCxnSpPr>
          <p:nvPr/>
        </p:nvCxnSpPr>
        <p:spPr>
          <a:xfrm flipH="1">
            <a:off x="698564" y="1901649"/>
            <a:ext cx="997482" cy="68296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3252E0A-5233-47BA-A7E4-ED20C4C770A7}"/>
                  </a:ext>
                </a:extLst>
              </p:cNvPr>
              <p:cNvSpPr txBox="1"/>
              <p:nvPr/>
            </p:nvSpPr>
            <p:spPr>
              <a:xfrm>
                <a:off x="934019" y="3380047"/>
                <a:ext cx="2035469" cy="4429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3252E0A-5233-47BA-A7E4-ED20C4C77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19" y="3380047"/>
                <a:ext cx="2035469" cy="4429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E33C0BE-9C28-459B-B5D8-96204AEB811C}"/>
              </a:ext>
            </a:extLst>
          </p:cNvPr>
          <p:cNvCxnSpPr>
            <a:cxnSpLocks/>
            <a:stCxn id="80" idx="2"/>
            <a:endCxn id="84" idx="0"/>
          </p:cNvCxnSpPr>
          <p:nvPr/>
        </p:nvCxnSpPr>
        <p:spPr>
          <a:xfrm>
            <a:off x="698564" y="3027558"/>
            <a:ext cx="1253190" cy="35248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834D423-0EFE-4F3C-84FE-892AB36E4CD1}"/>
              </a:ext>
            </a:extLst>
          </p:cNvPr>
          <p:cNvCxnSpPr>
            <a:cxnSpLocks/>
            <a:stCxn id="59" idx="2"/>
            <a:endCxn id="84" idx="0"/>
          </p:cNvCxnSpPr>
          <p:nvPr/>
        </p:nvCxnSpPr>
        <p:spPr>
          <a:xfrm flipH="1">
            <a:off x="1951754" y="2508794"/>
            <a:ext cx="265976" cy="87125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BD9F5C6-2DDE-41F6-955B-D55F85F02B4C}"/>
              </a:ext>
            </a:extLst>
          </p:cNvPr>
          <p:cNvCxnSpPr>
            <a:cxnSpLocks/>
            <a:stCxn id="84" idx="3"/>
            <a:endCxn id="113" idx="1"/>
          </p:cNvCxnSpPr>
          <p:nvPr/>
        </p:nvCxnSpPr>
        <p:spPr>
          <a:xfrm flipV="1">
            <a:off x="2969488" y="3457244"/>
            <a:ext cx="1036243" cy="14427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7AA7152-8585-48AF-9329-0846DE739733}"/>
                  </a:ext>
                </a:extLst>
              </p:cNvPr>
              <p:cNvSpPr txBox="1"/>
              <p:nvPr/>
            </p:nvSpPr>
            <p:spPr>
              <a:xfrm>
                <a:off x="4005731" y="3128692"/>
                <a:ext cx="2266055" cy="65710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571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7AA7152-8585-48AF-9329-0846DE739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731" y="3128692"/>
                <a:ext cx="2266055" cy="6571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571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B1725E9C-B319-48EE-8EFE-F24FFCA601FA}"/>
                  </a:ext>
                </a:extLst>
              </p:cNvPr>
              <p:cNvSpPr txBox="1"/>
              <p:nvPr/>
            </p:nvSpPr>
            <p:spPr>
              <a:xfrm>
                <a:off x="3859114" y="1184007"/>
                <a:ext cx="1628859" cy="65627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𝑅𝑠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B1725E9C-B319-48EE-8EFE-F24FFCA60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114" y="1184007"/>
                <a:ext cx="1628859" cy="656270"/>
              </a:xfrm>
              <a:prstGeom prst="rect">
                <a:avLst/>
              </a:prstGeom>
              <a:blipFill>
                <a:blip r:embed="rId9"/>
                <a:stretch>
                  <a:fillRect b="-901"/>
                </a:stretch>
              </a:blipFill>
              <a:ln w="19050"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6E60972-7233-4A11-AA5C-EEDB305F624D}"/>
              </a:ext>
            </a:extLst>
          </p:cNvPr>
          <p:cNvCxnSpPr>
            <a:cxnSpLocks/>
            <a:stCxn id="57" idx="2"/>
            <a:endCxn id="122" idx="1"/>
          </p:cNvCxnSpPr>
          <p:nvPr/>
        </p:nvCxnSpPr>
        <p:spPr>
          <a:xfrm>
            <a:off x="3362411" y="431582"/>
            <a:ext cx="496703" cy="108056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A786508-AA35-431A-802E-C71150D70B4E}"/>
                  </a:ext>
                </a:extLst>
              </p:cNvPr>
              <p:cNvSpPr txBox="1"/>
              <p:nvPr/>
            </p:nvSpPr>
            <p:spPr>
              <a:xfrm>
                <a:off x="6337012" y="2398138"/>
                <a:ext cx="1267420" cy="65742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A786508-AA35-431A-802E-C71150D70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012" y="2398138"/>
                <a:ext cx="1267420" cy="657424"/>
              </a:xfrm>
              <a:prstGeom prst="rect">
                <a:avLst/>
              </a:prstGeom>
              <a:blipFill>
                <a:blip r:embed="rId10"/>
                <a:stretch>
                  <a:fillRect b="-1802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C8D4ECA4-5A3C-49EB-BB4B-7211A32EE5C5}"/>
                  </a:ext>
                </a:extLst>
              </p:cNvPr>
              <p:cNvSpPr txBox="1"/>
              <p:nvPr/>
            </p:nvSpPr>
            <p:spPr>
              <a:xfrm>
                <a:off x="6337012" y="1329242"/>
                <a:ext cx="2743949" cy="6138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571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1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𝑐𝑜𝑎𝑟𝑠𝑒𝑛𝑖𝑛𝑔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11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].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𝑐𝑜𝑎𝑟𝑠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100" dirty="0"/>
                  <a:t> </a:t>
                </a:r>
                <a14:m>
                  <m:oMath xmlns:m="http://schemas.openxmlformats.org/officeDocument/2006/math">
                    <m:r>
                      <a:rPr lang="en-GB" sz="11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GB" sz="11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1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C8D4ECA4-5A3C-49EB-BB4B-7211A32EE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012" y="1329242"/>
                <a:ext cx="2743949" cy="613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571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CE11940-3E56-45AD-9117-AA93090D0013}"/>
                  </a:ext>
                </a:extLst>
              </p:cNvPr>
              <p:cNvSpPr txBox="1"/>
              <p:nvPr/>
            </p:nvSpPr>
            <p:spPr>
              <a:xfrm>
                <a:off x="4894877" y="331536"/>
                <a:ext cx="2075530" cy="30078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CE11940-3E56-45AD-9117-AA93090D0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77" y="331536"/>
                <a:ext cx="2075530" cy="3007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AF1519D8-4B61-40B4-9D25-8AB44853247C}"/>
              </a:ext>
            </a:extLst>
          </p:cNvPr>
          <p:cNvCxnSpPr>
            <a:cxnSpLocks/>
            <a:stCxn id="113" idx="0"/>
            <a:endCxn id="125" idx="1"/>
          </p:cNvCxnSpPr>
          <p:nvPr/>
        </p:nvCxnSpPr>
        <p:spPr>
          <a:xfrm flipV="1">
            <a:off x="5138759" y="2726850"/>
            <a:ext cx="1198253" cy="40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2AB73D0-096C-474B-BA47-6BE270115C2F}"/>
              </a:ext>
            </a:extLst>
          </p:cNvPr>
          <p:cNvCxnSpPr>
            <a:cxnSpLocks/>
            <a:stCxn id="122" idx="3"/>
            <a:endCxn id="125" idx="1"/>
          </p:cNvCxnSpPr>
          <p:nvPr/>
        </p:nvCxnSpPr>
        <p:spPr>
          <a:xfrm>
            <a:off x="5487973" y="1512142"/>
            <a:ext cx="849039" cy="12147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6B36218-D438-4107-A6F3-B0585877203E}"/>
              </a:ext>
            </a:extLst>
          </p:cNvPr>
          <p:cNvCxnSpPr>
            <a:cxnSpLocks/>
            <a:stCxn id="127" idx="2"/>
            <a:endCxn id="125" idx="1"/>
          </p:cNvCxnSpPr>
          <p:nvPr/>
        </p:nvCxnSpPr>
        <p:spPr>
          <a:xfrm>
            <a:off x="5932642" y="632324"/>
            <a:ext cx="404370" cy="20945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A2D81C7-EBA3-48D3-AFB5-A700963C80D0}"/>
              </a:ext>
            </a:extLst>
          </p:cNvPr>
          <p:cNvCxnSpPr>
            <a:cxnSpLocks/>
            <a:stCxn id="127" idx="2"/>
            <a:endCxn id="126" idx="1"/>
          </p:cNvCxnSpPr>
          <p:nvPr/>
        </p:nvCxnSpPr>
        <p:spPr>
          <a:xfrm>
            <a:off x="5932642" y="632324"/>
            <a:ext cx="404370" cy="10038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467DBA89-3388-47DC-86C3-9B5BE0245FE0}"/>
              </a:ext>
            </a:extLst>
          </p:cNvPr>
          <p:cNvCxnSpPr>
            <a:cxnSpLocks/>
            <a:stCxn id="122" idx="3"/>
            <a:endCxn id="126" idx="1"/>
          </p:cNvCxnSpPr>
          <p:nvPr/>
        </p:nvCxnSpPr>
        <p:spPr>
          <a:xfrm>
            <a:off x="5487973" y="1512142"/>
            <a:ext cx="849039" cy="1240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B772D972-6632-4F3F-BB34-16C94B72475C}"/>
              </a:ext>
            </a:extLst>
          </p:cNvPr>
          <p:cNvCxnSpPr>
            <a:cxnSpLocks/>
            <a:stCxn id="84" idx="3"/>
            <a:endCxn id="122" idx="1"/>
          </p:cNvCxnSpPr>
          <p:nvPr/>
        </p:nvCxnSpPr>
        <p:spPr>
          <a:xfrm flipV="1">
            <a:off x="2969488" y="1512142"/>
            <a:ext cx="889626" cy="208937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A0877F5-7350-4BB2-994F-18278A8F6E87}"/>
              </a:ext>
            </a:extLst>
          </p:cNvPr>
          <p:cNvCxnSpPr>
            <a:cxnSpLocks/>
            <a:stCxn id="84" idx="3"/>
            <a:endCxn id="126" idx="1"/>
          </p:cNvCxnSpPr>
          <p:nvPr/>
        </p:nvCxnSpPr>
        <p:spPr>
          <a:xfrm flipV="1">
            <a:off x="2969488" y="1636185"/>
            <a:ext cx="3367524" cy="196533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5EC15C9-D36D-4E6E-AABB-9D1CED964C26}"/>
                  </a:ext>
                </a:extLst>
              </p:cNvPr>
              <p:cNvSpPr txBox="1"/>
              <p:nvPr/>
            </p:nvSpPr>
            <p:spPr>
              <a:xfrm>
                <a:off x="6337012" y="4238406"/>
                <a:ext cx="2666956" cy="67646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+=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𝑐𝑜𝑎𝑟𝑠𝑒𝑛𝑖𝑛𝑔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2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d>
                      <m:r>
                        <a:rPr lang="en-GB" sz="12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5EC15C9-D36D-4E6E-AABB-9D1CED964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012" y="4238406"/>
                <a:ext cx="2666956" cy="6764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1263FE9B-7698-428A-8C72-F90E6526DA6C}"/>
              </a:ext>
            </a:extLst>
          </p:cNvPr>
          <p:cNvCxnSpPr>
            <a:cxnSpLocks/>
            <a:stCxn id="125" idx="2"/>
            <a:endCxn id="169" idx="0"/>
          </p:cNvCxnSpPr>
          <p:nvPr/>
        </p:nvCxnSpPr>
        <p:spPr>
          <a:xfrm>
            <a:off x="6970722" y="3055562"/>
            <a:ext cx="699768" cy="118284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A49D9FC-C41D-4735-B57E-0AB4FB414245}"/>
              </a:ext>
            </a:extLst>
          </p:cNvPr>
          <p:cNvCxnSpPr>
            <a:cxnSpLocks/>
            <a:stCxn id="126" idx="2"/>
            <a:endCxn id="169" idx="0"/>
          </p:cNvCxnSpPr>
          <p:nvPr/>
        </p:nvCxnSpPr>
        <p:spPr>
          <a:xfrm flipH="1">
            <a:off x="7670490" y="1943128"/>
            <a:ext cx="38497" cy="229527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65FB31E-C401-45EF-953E-187D844F5799}"/>
                  </a:ext>
                </a:extLst>
              </p:cNvPr>
              <p:cNvSpPr txBox="1"/>
              <p:nvPr/>
            </p:nvSpPr>
            <p:spPr>
              <a:xfrm>
                <a:off x="2362785" y="4214071"/>
                <a:ext cx="3165487" cy="72513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𝑉𝐹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𝑉𝐹</m:t>
                      </m:r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𝑉𝐹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65FB31E-C401-45EF-953E-187D844F5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785" y="4214071"/>
                <a:ext cx="3165487" cy="725135"/>
              </a:xfrm>
              <a:prstGeom prst="rect">
                <a:avLst/>
              </a:prstGeom>
              <a:blipFill>
                <a:blip r:embed="rId14"/>
                <a:stretch>
                  <a:fillRect t="-59016" b="-117213"/>
                </a:stretch>
              </a:blipFill>
              <a:ln w="19050">
                <a:solidFill>
                  <a:schemeClr val="accent2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3D60776C-0410-4C36-A8F4-BE2957ED7860}"/>
              </a:ext>
            </a:extLst>
          </p:cNvPr>
          <p:cNvCxnSpPr>
            <a:cxnSpLocks/>
            <a:stCxn id="169" idx="1"/>
            <a:endCxn id="183" idx="3"/>
          </p:cNvCxnSpPr>
          <p:nvPr/>
        </p:nvCxnSpPr>
        <p:spPr>
          <a:xfrm flipH="1" flipV="1">
            <a:off x="5528272" y="4576639"/>
            <a:ext cx="808740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6F69EE8-60C2-4330-9782-4BB8C5DEE8BC}"/>
              </a:ext>
            </a:extLst>
          </p:cNvPr>
          <p:cNvCxnSpPr>
            <a:cxnSpLocks/>
            <a:stCxn id="183" idx="0"/>
            <a:endCxn id="199" idx="3"/>
          </p:cNvCxnSpPr>
          <p:nvPr/>
        </p:nvCxnSpPr>
        <p:spPr>
          <a:xfrm flipH="1" flipV="1">
            <a:off x="1029307" y="4203018"/>
            <a:ext cx="2916222" cy="110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D3DF08DD-2D58-46B3-8672-B0992E19B34D}"/>
              </a:ext>
            </a:extLst>
          </p:cNvPr>
          <p:cNvCxnSpPr>
            <a:cxnSpLocks/>
            <a:stCxn id="183" idx="0"/>
            <a:endCxn id="61" idx="2"/>
          </p:cNvCxnSpPr>
          <p:nvPr/>
        </p:nvCxnSpPr>
        <p:spPr>
          <a:xfrm flipH="1" flipV="1">
            <a:off x="1696046" y="1901649"/>
            <a:ext cx="2249483" cy="231242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A977D39E-4645-49DF-84CB-504751DD966A}"/>
              </a:ext>
            </a:extLst>
          </p:cNvPr>
          <p:cNvCxnSpPr>
            <a:cxnSpLocks/>
            <a:stCxn id="183" idx="0"/>
            <a:endCxn id="127" idx="1"/>
          </p:cNvCxnSpPr>
          <p:nvPr/>
        </p:nvCxnSpPr>
        <p:spPr>
          <a:xfrm flipV="1">
            <a:off x="3945529" y="481930"/>
            <a:ext cx="949348" cy="373214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58C90BD5-1BBB-441C-BC75-0458B5561E95}"/>
              </a:ext>
            </a:extLst>
          </p:cNvPr>
          <p:cNvCxnSpPr>
            <a:cxnSpLocks/>
            <a:stCxn id="183" idx="0"/>
            <a:endCxn id="84" idx="2"/>
          </p:cNvCxnSpPr>
          <p:nvPr/>
        </p:nvCxnSpPr>
        <p:spPr>
          <a:xfrm flipH="1" flipV="1">
            <a:off x="1951754" y="3822989"/>
            <a:ext cx="1993775" cy="39108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60632796-D035-4F4D-A4D0-5B41DA88C485}"/>
                  </a:ext>
                </a:extLst>
              </p:cNvPr>
              <p:cNvSpPr txBox="1"/>
              <p:nvPr/>
            </p:nvSpPr>
            <p:spPr>
              <a:xfrm>
                <a:off x="26353" y="3974301"/>
                <a:ext cx="1002954" cy="4574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60632796-D035-4F4D-A4D0-5B41DA88C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3" y="3974301"/>
                <a:ext cx="1002954" cy="457433"/>
              </a:xfrm>
              <a:prstGeom prst="rect">
                <a:avLst/>
              </a:prstGeom>
              <a:blipFill>
                <a:blip r:embed="rId15"/>
                <a:stretch>
                  <a:fillRect b="-2564"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8E16C7E0-6842-4F2D-B602-BCDD5DDB5240}"/>
              </a:ext>
            </a:extLst>
          </p:cNvPr>
          <p:cNvCxnSpPr>
            <a:cxnSpLocks/>
            <a:stCxn id="199" idx="0"/>
            <a:endCxn id="80" idx="2"/>
          </p:cNvCxnSpPr>
          <p:nvPr/>
        </p:nvCxnSpPr>
        <p:spPr>
          <a:xfrm flipV="1">
            <a:off x="527830" y="3027558"/>
            <a:ext cx="170734" cy="94674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04AE934-A49F-4201-BE72-33F1E689EF37}"/>
                  </a:ext>
                </a:extLst>
              </p:cNvPr>
              <p:cNvSpPr txBox="1"/>
              <p:nvPr/>
            </p:nvSpPr>
            <p:spPr>
              <a:xfrm>
                <a:off x="1457155" y="6490389"/>
                <a:ext cx="2933153" cy="31713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𝑝𝑝𝑡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04AE934-A49F-4201-BE72-33F1E689E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155" y="6490389"/>
                <a:ext cx="2933153" cy="3171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554113F-FEC4-407D-BA03-F1F8DAD35F87}"/>
                  </a:ext>
                </a:extLst>
              </p:cNvPr>
              <p:cNvSpPr txBox="1"/>
              <p:nvPr/>
            </p:nvSpPr>
            <p:spPr>
              <a:xfrm>
                <a:off x="198565" y="5906590"/>
                <a:ext cx="2517180" cy="296107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554113F-FEC4-407D-BA03-F1F8DAD35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65" y="5906590"/>
                <a:ext cx="2517180" cy="29610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F7D98AB-F8D0-457F-8602-A8B3B049A8F1}"/>
                  </a:ext>
                </a:extLst>
              </p:cNvPr>
              <p:cNvSpPr txBox="1"/>
              <p:nvPr/>
            </p:nvSpPr>
            <p:spPr>
              <a:xfrm>
                <a:off x="2969488" y="5906590"/>
                <a:ext cx="2606096" cy="31713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F7D98AB-F8D0-457F-8602-A8B3B049A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488" y="5906590"/>
                <a:ext cx="2606096" cy="31713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ECD2FE66-4DC1-4DB1-A933-375F9A1419A0}"/>
                  </a:ext>
                </a:extLst>
              </p:cNvPr>
              <p:cNvSpPr txBox="1"/>
              <p:nvPr/>
            </p:nvSpPr>
            <p:spPr>
              <a:xfrm>
                <a:off x="56279" y="5105066"/>
                <a:ext cx="3527567" cy="504305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𝑟𝑝𝑐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𝑟𝑝𝑐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ECD2FE66-4DC1-4DB1-A933-375F9A141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9" y="5105066"/>
                <a:ext cx="3527567" cy="504305"/>
              </a:xfrm>
              <a:prstGeom prst="rect">
                <a:avLst/>
              </a:prstGeom>
              <a:blipFill>
                <a:blip r:embed="rId19"/>
                <a:stretch>
                  <a:fillRect l="-18041" t="-168605" b="-245349"/>
                </a:stretch>
              </a:blipFill>
              <a:ln w="1905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CE0F2808-BAF8-4C2A-978C-05501009832B}"/>
              </a:ext>
            </a:extLst>
          </p:cNvPr>
          <p:cNvCxnSpPr>
            <a:cxnSpLocks/>
            <a:stCxn id="219" idx="2"/>
            <a:endCxn id="217" idx="0"/>
          </p:cNvCxnSpPr>
          <p:nvPr/>
        </p:nvCxnSpPr>
        <p:spPr>
          <a:xfrm flipH="1">
            <a:off x="2923732" y="6223728"/>
            <a:ext cx="1348804" cy="2666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C9D145A7-7132-4C8A-A507-C64DF5AC4655}"/>
              </a:ext>
            </a:extLst>
          </p:cNvPr>
          <p:cNvCxnSpPr>
            <a:cxnSpLocks/>
            <a:stCxn id="220" idx="2"/>
            <a:endCxn id="218" idx="0"/>
          </p:cNvCxnSpPr>
          <p:nvPr/>
        </p:nvCxnSpPr>
        <p:spPr>
          <a:xfrm flipH="1">
            <a:off x="1457155" y="5609371"/>
            <a:ext cx="362908" cy="297219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6359C0EC-565D-42E7-8CAC-0D9475BF42E1}"/>
              </a:ext>
            </a:extLst>
          </p:cNvPr>
          <p:cNvCxnSpPr>
            <a:cxnSpLocks/>
            <a:stCxn id="84" idx="2"/>
            <a:endCxn id="220" idx="0"/>
          </p:cNvCxnSpPr>
          <p:nvPr/>
        </p:nvCxnSpPr>
        <p:spPr>
          <a:xfrm flipH="1">
            <a:off x="1820063" y="3822989"/>
            <a:ext cx="131691" cy="128207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6FF161F8-8FEB-4B15-8644-7D19AE69DE15}"/>
              </a:ext>
            </a:extLst>
          </p:cNvPr>
          <p:cNvCxnSpPr>
            <a:cxnSpLocks/>
            <a:stCxn id="218" idx="2"/>
            <a:endCxn id="217" idx="0"/>
          </p:cNvCxnSpPr>
          <p:nvPr/>
        </p:nvCxnSpPr>
        <p:spPr>
          <a:xfrm>
            <a:off x="1457155" y="6202697"/>
            <a:ext cx="1466577" cy="28769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041ECA69-6A89-40EC-BCA8-B2540BAC8A86}"/>
              </a:ext>
            </a:extLst>
          </p:cNvPr>
          <p:cNvCxnSpPr>
            <a:cxnSpLocks/>
            <a:stCxn id="220" idx="2"/>
            <a:endCxn id="219" idx="0"/>
          </p:cNvCxnSpPr>
          <p:nvPr/>
        </p:nvCxnSpPr>
        <p:spPr>
          <a:xfrm>
            <a:off x="1820063" y="5609371"/>
            <a:ext cx="2452473" cy="297219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A84861F0-1A38-40D7-82EE-B6B937F8B1C9}"/>
              </a:ext>
            </a:extLst>
          </p:cNvPr>
          <p:cNvSpPr txBox="1"/>
          <p:nvPr/>
        </p:nvSpPr>
        <p:spPr>
          <a:xfrm>
            <a:off x="144720" y="186431"/>
            <a:ext cx="1941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to bottom</a:t>
            </a:r>
          </a:p>
        </p:txBody>
      </p:sp>
    </p:spTree>
    <p:extLst>
      <p:ext uri="{BB962C8B-B14F-4D97-AF65-F5344CB8AC3E}">
        <p14:creationId xmlns:p14="http://schemas.microsoft.com/office/powerpoint/2010/main" val="390307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FC87695-7722-4E59-8D08-1D8F41BF6BB7}"/>
                  </a:ext>
                </a:extLst>
              </p:cNvPr>
              <p:cNvSpPr txBox="1"/>
              <p:nvPr/>
            </p:nvSpPr>
            <p:spPr>
              <a:xfrm>
                <a:off x="1869999" y="134780"/>
                <a:ext cx="1743966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FC87695-7722-4E59-8D08-1D8F41BF6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99" y="134780"/>
                <a:ext cx="1743966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2C0369-1DA6-424F-AD1E-128C38A85DFE}"/>
                  </a:ext>
                </a:extLst>
              </p:cNvPr>
              <p:cNvSpPr txBox="1"/>
              <p:nvPr/>
            </p:nvSpPr>
            <p:spPr>
              <a:xfrm>
                <a:off x="0" y="701476"/>
                <a:ext cx="1556913" cy="3007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2C0369-1DA6-424F-AD1E-128C38A85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01476"/>
                <a:ext cx="1556913" cy="300788"/>
              </a:xfrm>
              <a:prstGeom prst="rect">
                <a:avLst/>
              </a:prstGeom>
              <a:blipFill>
                <a:blip r:embed="rId3"/>
                <a:stretch>
                  <a:fillRect b="-1923"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F9B3EC7-8953-4B7F-98A1-603816C3087C}"/>
              </a:ext>
            </a:extLst>
          </p:cNvPr>
          <p:cNvCxnSpPr>
            <a:cxnSpLocks/>
            <a:stCxn id="57" idx="2"/>
            <a:endCxn id="84" idx="0"/>
          </p:cNvCxnSpPr>
          <p:nvPr/>
        </p:nvCxnSpPr>
        <p:spPr>
          <a:xfrm>
            <a:off x="2741982" y="411779"/>
            <a:ext cx="1424314" cy="239182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A0137C2-66CC-4D93-836E-C8D45B2E36A2}"/>
              </a:ext>
            </a:extLst>
          </p:cNvPr>
          <p:cNvCxnSpPr>
            <a:cxnSpLocks/>
            <a:stCxn id="57" idx="2"/>
            <a:endCxn id="80" idx="0"/>
          </p:cNvCxnSpPr>
          <p:nvPr/>
        </p:nvCxnSpPr>
        <p:spPr>
          <a:xfrm flipH="1">
            <a:off x="2066218" y="411779"/>
            <a:ext cx="675764" cy="94205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77EF27B-B243-4B77-B531-16EA7A7B1BC5}"/>
              </a:ext>
            </a:extLst>
          </p:cNvPr>
          <p:cNvCxnSpPr>
            <a:cxnSpLocks/>
            <a:stCxn id="57" idx="2"/>
            <a:endCxn id="61" idx="0"/>
          </p:cNvCxnSpPr>
          <p:nvPr/>
        </p:nvCxnSpPr>
        <p:spPr>
          <a:xfrm flipH="1">
            <a:off x="778457" y="411779"/>
            <a:ext cx="1963525" cy="28969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EDC2C47-CD0C-42C3-9894-83507EAC49D8}"/>
                  </a:ext>
                </a:extLst>
              </p:cNvPr>
              <p:cNvSpPr txBox="1"/>
              <p:nvPr/>
            </p:nvSpPr>
            <p:spPr>
              <a:xfrm>
                <a:off x="1217759" y="1353835"/>
                <a:ext cx="1696917" cy="81227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00B05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EDC2C47-CD0C-42C3-9894-83507EAC4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759" y="1353835"/>
                <a:ext cx="1696917" cy="812274"/>
              </a:xfrm>
              <a:prstGeom prst="rect">
                <a:avLst/>
              </a:prstGeom>
              <a:blipFill>
                <a:blip r:embed="rId4"/>
                <a:stretch>
                  <a:fillRect b="-735"/>
                </a:stretch>
              </a:blipFill>
              <a:ln w="19050">
                <a:solidFill>
                  <a:srgbClr val="00B05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F5A8DE0-E6C4-47EF-B1FE-36040BDD8700}"/>
              </a:ext>
            </a:extLst>
          </p:cNvPr>
          <p:cNvCxnSpPr>
            <a:cxnSpLocks/>
            <a:stCxn id="61" idx="2"/>
            <a:endCxn id="80" idx="0"/>
          </p:cNvCxnSpPr>
          <p:nvPr/>
        </p:nvCxnSpPr>
        <p:spPr>
          <a:xfrm>
            <a:off x="778457" y="1002264"/>
            <a:ext cx="1287761" cy="3515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3252E0A-5233-47BA-A7E4-ED20C4C770A7}"/>
                  </a:ext>
                </a:extLst>
              </p:cNvPr>
              <p:cNvSpPr txBox="1"/>
              <p:nvPr/>
            </p:nvSpPr>
            <p:spPr>
              <a:xfrm>
                <a:off x="3148561" y="2803608"/>
                <a:ext cx="2035469" cy="6419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3252E0A-5233-47BA-A7E4-ED20C4C77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561" y="2803608"/>
                <a:ext cx="2035469" cy="6419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E33C0BE-9C28-459B-B5D8-96204AEB811C}"/>
              </a:ext>
            </a:extLst>
          </p:cNvPr>
          <p:cNvCxnSpPr>
            <a:cxnSpLocks/>
            <a:stCxn id="80" idx="3"/>
            <a:endCxn id="84" idx="0"/>
          </p:cNvCxnSpPr>
          <p:nvPr/>
        </p:nvCxnSpPr>
        <p:spPr>
          <a:xfrm>
            <a:off x="2914676" y="1759972"/>
            <a:ext cx="1251620" cy="104363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BD9F5C6-2DDE-41F6-955B-D55F85F02B4C}"/>
              </a:ext>
            </a:extLst>
          </p:cNvPr>
          <p:cNvCxnSpPr>
            <a:cxnSpLocks/>
            <a:stCxn id="84" idx="3"/>
            <a:endCxn id="125" idx="1"/>
          </p:cNvCxnSpPr>
          <p:nvPr/>
        </p:nvCxnSpPr>
        <p:spPr>
          <a:xfrm flipV="1">
            <a:off x="5184030" y="1187997"/>
            <a:ext cx="1932469" cy="193656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B1725E9C-B319-48EE-8EFE-F24FFCA601FA}"/>
                  </a:ext>
                </a:extLst>
              </p:cNvPr>
              <p:cNvSpPr txBox="1"/>
              <p:nvPr/>
            </p:nvSpPr>
            <p:spPr>
              <a:xfrm>
                <a:off x="4115665" y="1521861"/>
                <a:ext cx="1628859" cy="65627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𝑅𝑠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B1725E9C-B319-48EE-8EFE-F24FFCA60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665" y="1521861"/>
                <a:ext cx="1628859" cy="656270"/>
              </a:xfrm>
              <a:prstGeom prst="rect">
                <a:avLst/>
              </a:prstGeom>
              <a:blipFill>
                <a:blip r:embed="rId6"/>
                <a:stretch>
                  <a:fillRect b="-1818"/>
                </a:stretch>
              </a:blipFill>
              <a:ln w="19050"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6E60972-7233-4A11-AA5C-EEDB305F624D}"/>
              </a:ext>
            </a:extLst>
          </p:cNvPr>
          <p:cNvCxnSpPr>
            <a:cxnSpLocks/>
            <a:stCxn id="57" idx="2"/>
            <a:endCxn id="122" idx="1"/>
          </p:cNvCxnSpPr>
          <p:nvPr/>
        </p:nvCxnSpPr>
        <p:spPr>
          <a:xfrm>
            <a:off x="2741982" y="411779"/>
            <a:ext cx="1373683" cy="143821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A786508-AA35-431A-802E-C71150D70B4E}"/>
                  </a:ext>
                </a:extLst>
              </p:cNvPr>
              <p:cNvSpPr txBox="1"/>
              <p:nvPr/>
            </p:nvSpPr>
            <p:spPr>
              <a:xfrm>
                <a:off x="7116499" y="388258"/>
                <a:ext cx="1993521" cy="159947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b="0" dirty="0"/>
              </a:p>
              <a:p>
                <a:pPr algn="ctr"/>
                <a:endParaRPr lang="en-GB" sz="12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b="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A786508-AA35-431A-802E-C71150D70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499" y="388258"/>
                <a:ext cx="1993521" cy="15994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C8D4ECA4-5A3C-49EB-BB4B-7211A32EE5C5}"/>
                  </a:ext>
                </a:extLst>
              </p:cNvPr>
              <p:cNvSpPr txBox="1"/>
              <p:nvPr/>
            </p:nvSpPr>
            <p:spPr>
              <a:xfrm>
                <a:off x="5601297" y="3324044"/>
                <a:ext cx="2743949" cy="6138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571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1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𝑐𝑜𝑎𝑟𝑠𝑒𝑛𝑖𝑛𝑔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11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].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𝑐𝑜𝑎𝑟𝑠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1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100" dirty="0"/>
                  <a:t> </a:t>
                </a:r>
                <a14:m>
                  <m:oMath xmlns:m="http://schemas.openxmlformats.org/officeDocument/2006/math">
                    <m:r>
                      <a:rPr lang="en-GB" sz="11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GB" sz="11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1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C8D4ECA4-5A3C-49EB-BB4B-7211A32EE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297" y="3324044"/>
                <a:ext cx="2743949" cy="613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571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CE11940-3E56-45AD-9117-AA93090D0013}"/>
                  </a:ext>
                </a:extLst>
              </p:cNvPr>
              <p:cNvSpPr txBox="1"/>
              <p:nvPr/>
            </p:nvSpPr>
            <p:spPr>
              <a:xfrm>
                <a:off x="4256981" y="145678"/>
                <a:ext cx="2075530" cy="30078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CE11940-3E56-45AD-9117-AA93090D0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981" y="145678"/>
                <a:ext cx="2075530" cy="3007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2AB73D0-096C-474B-BA47-6BE270115C2F}"/>
              </a:ext>
            </a:extLst>
          </p:cNvPr>
          <p:cNvCxnSpPr>
            <a:cxnSpLocks/>
            <a:stCxn id="122" idx="3"/>
            <a:endCxn id="125" idx="1"/>
          </p:cNvCxnSpPr>
          <p:nvPr/>
        </p:nvCxnSpPr>
        <p:spPr>
          <a:xfrm flipV="1">
            <a:off x="5744524" y="1187997"/>
            <a:ext cx="1371975" cy="6619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6B36218-D438-4107-A6F3-B0585877203E}"/>
              </a:ext>
            </a:extLst>
          </p:cNvPr>
          <p:cNvCxnSpPr>
            <a:cxnSpLocks/>
            <a:stCxn id="127" idx="2"/>
            <a:endCxn id="125" idx="1"/>
          </p:cNvCxnSpPr>
          <p:nvPr/>
        </p:nvCxnSpPr>
        <p:spPr>
          <a:xfrm>
            <a:off x="5294746" y="446466"/>
            <a:ext cx="1821753" cy="741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A2D81C7-EBA3-48D3-AFB5-A700963C80D0}"/>
              </a:ext>
            </a:extLst>
          </p:cNvPr>
          <p:cNvCxnSpPr>
            <a:cxnSpLocks/>
            <a:stCxn id="127" idx="3"/>
            <a:endCxn id="126" idx="0"/>
          </p:cNvCxnSpPr>
          <p:nvPr/>
        </p:nvCxnSpPr>
        <p:spPr>
          <a:xfrm>
            <a:off x="6332511" y="296072"/>
            <a:ext cx="640761" cy="30279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467DBA89-3388-47DC-86C3-9B5BE0245FE0}"/>
              </a:ext>
            </a:extLst>
          </p:cNvPr>
          <p:cNvCxnSpPr>
            <a:cxnSpLocks/>
            <a:stCxn id="122" idx="3"/>
            <a:endCxn id="126" idx="0"/>
          </p:cNvCxnSpPr>
          <p:nvPr/>
        </p:nvCxnSpPr>
        <p:spPr>
          <a:xfrm>
            <a:off x="5744524" y="1849996"/>
            <a:ext cx="1228748" cy="14740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B772D972-6632-4F3F-BB34-16C94B72475C}"/>
              </a:ext>
            </a:extLst>
          </p:cNvPr>
          <p:cNvCxnSpPr>
            <a:cxnSpLocks/>
            <a:stCxn id="84" idx="0"/>
            <a:endCxn id="122" idx="2"/>
          </p:cNvCxnSpPr>
          <p:nvPr/>
        </p:nvCxnSpPr>
        <p:spPr>
          <a:xfrm flipV="1">
            <a:off x="4166296" y="2178131"/>
            <a:ext cx="763799" cy="62547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A0877F5-7350-4BB2-994F-18278A8F6E87}"/>
              </a:ext>
            </a:extLst>
          </p:cNvPr>
          <p:cNvCxnSpPr>
            <a:cxnSpLocks/>
            <a:stCxn id="84" idx="3"/>
            <a:endCxn id="126" idx="1"/>
          </p:cNvCxnSpPr>
          <p:nvPr/>
        </p:nvCxnSpPr>
        <p:spPr>
          <a:xfrm>
            <a:off x="5184030" y="3124562"/>
            <a:ext cx="417267" cy="50642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5EC15C9-D36D-4E6E-AABB-9D1CED964C26}"/>
                  </a:ext>
                </a:extLst>
              </p:cNvPr>
              <p:cNvSpPr txBox="1"/>
              <p:nvPr/>
            </p:nvSpPr>
            <p:spPr>
              <a:xfrm>
                <a:off x="6337012" y="4495858"/>
                <a:ext cx="2666956" cy="67646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+=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𝑐𝑜𝑎𝑟𝑠𝑒𝑛𝑖𝑛𝑔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2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d>
                      <m:r>
                        <a:rPr lang="en-GB" sz="12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∈{0,…,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5EC15C9-D36D-4E6E-AABB-9D1CED964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012" y="4495858"/>
                <a:ext cx="2666956" cy="6764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1263FE9B-7698-428A-8C72-F90E6526DA6C}"/>
              </a:ext>
            </a:extLst>
          </p:cNvPr>
          <p:cNvCxnSpPr>
            <a:cxnSpLocks/>
            <a:stCxn id="125" idx="2"/>
            <a:endCxn id="169" idx="3"/>
          </p:cNvCxnSpPr>
          <p:nvPr/>
        </p:nvCxnSpPr>
        <p:spPr>
          <a:xfrm>
            <a:off x="8113260" y="1987735"/>
            <a:ext cx="890708" cy="284635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A49D9FC-C41D-4735-B57E-0AB4FB414245}"/>
              </a:ext>
            </a:extLst>
          </p:cNvPr>
          <p:cNvCxnSpPr>
            <a:cxnSpLocks/>
            <a:stCxn id="126" idx="2"/>
            <a:endCxn id="169" idx="0"/>
          </p:cNvCxnSpPr>
          <p:nvPr/>
        </p:nvCxnSpPr>
        <p:spPr>
          <a:xfrm>
            <a:off x="6973272" y="3937930"/>
            <a:ext cx="697218" cy="55792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65FB31E-C401-45EF-953E-187D844F5799}"/>
                  </a:ext>
                </a:extLst>
              </p:cNvPr>
              <p:cNvSpPr txBox="1"/>
              <p:nvPr/>
            </p:nvSpPr>
            <p:spPr>
              <a:xfrm>
                <a:off x="171153" y="4198804"/>
                <a:ext cx="3165487" cy="72513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𝑉𝐹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𝑉𝐹</m:t>
                      </m:r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𝑉𝐹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65FB31E-C401-45EF-953E-187D844F5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53" y="4198804"/>
                <a:ext cx="3165487" cy="725135"/>
              </a:xfrm>
              <a:prstGeom prst="rect">
                <a:avLst/>
              </a:prstGeom>
              <a:blipFill>
                <a:blip r:embed="rId11"/>
                <a:stretch>
                  <a:fillRect t="-59016" b="-117213"/>
                </a:stretch>
              </a:blipFill>
              <a:ln w="19050">
                <a:solidFill>
                  <a:schemeClr val="accent2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3D60776C-0410-4C36-A8F4-BE2957ED7860}"/>
              </a:ext>
            </a:extLst>
          </p:cNvPr>
          <p:cNvCxnSpPr>
            <a:cxnSpLocks/>
            <a:stCxn id="169" idx="1"/>
            <a:endCxn id="183" idx="3"/>
          </p:cNvCxnSpPr>
          <p:nvPr/>
        </p:nvCxnSpPr>
        <p:spPr>
          <a:xfrm flipH="1" flipV="1">
            <a:off x="3336640" y="4561372"/>
            <a:ext cx="3000372" cy="27272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6F69EE8-60C2-4330-9782-4BB8C5DEE8BC}"/>
              </a:ext>
            </a:extLst>
          </p:cNvPr>
          <p:cNvCxnSpPr>
            <a:cxnSpLocks/>
            <a:stCxn id="183" idx="0"/>
            <a:endCxn id="80" idx="2"/>
          </p:cNvCxnSpPr>
          <p:nvPr/>
        </p:nvCxnSpPr>
        <p:spPr>
          <a:xfrm flipV="1">
            <a:off x="1753897" y="2166109"/>
            <a:ext cx="312321" cy="203269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D3DF08DD-2D58-46B3-8672-B0992E19B34D}"/>
              </a:ext>
            </a:extLst>
          </p:cNvPr>
          <p:cNvCxnSpPr>
            <a:cxnSpLocks/>
            <a:stCxn id="183" idx="0"/>
            <a:endCxn id="61" idx="2"/>
          </p:cNvCxnSpPr>
          <p:nvPr/>
        </p:nvCxnSpPr>
        <p:spPr>
          <a:xfrm flipH="1" flipV="1">
            <a:off x="778457" y="1002264"/>
            <a:ext cx="975440" cy="319654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A977D39E-4645-49DF-84CB-504751DD966A}"/>
              </a:ext>
            </a:extLst>
          </p:cNvPr>
          <p:cNvCxnSpPr>
            <a:cxnSpLocks/>
            <a:stCxn id="183" idx="0"/>
            <a:endCxn id="127" idx="1"/>
          </p:cNvCxnSpPr>
          <p:nvPr/>
        </p:nvCxnSpPr>
        <p:spPr>
          <a:xfrm flipV="1">
            <a:off x="1753897" y="296072"/>
            <a:ext cx="2503084" cy="390273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58C90BD5-1BBB-441C-BC75-0458B5561E95}"/>
              </a:ext>
            </a:extLst>
          </p:cNvPr>
          <p:cNvCxnSpPr>
            <a:cxnSpLocks/>
            <a:stCxn id="183" idx="0"/>
            <a:endCxn id="84" idx="2"/>
          </p:cNvCxnSpPr>
          <p:nvPr/>
        </p:nvCxnSpPr>
        <p:spPr>
          <a:xfrm flipV="1">
            <a:off x="1753897" y="3445515"/>
            <a:ext cx="2412399" cy="75328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04AE934-A49F-4201-BE72-33F1E689EF37}"/>
                  </a:ext>
                </a:extLst>
              </p:cNvPr>
              <p:cNvSpPr txBox="1"/>
              <p:nvPr/>
            </p:nvSpPr>
            <p:spPr>
              <a:xfrm>
                <a:off x="1457155" y="6490389"/>
                <a:ext cx="2933153" cy="31713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𝑝𝑝𝑡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04AE934-A49F-4201-BE72-33F1E689E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155" y="6490389"/>
                <a:ext cx="2933153" cy="3171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554113F-FEC4-407D-BA03-F1F8DAD35F87}"/>
                  </a:ext>
                </a:extLst>
              </p:cNvPr>
              <p:cNvSpPr txBox="1"/>
              <p:nvPr/>
            </p:nvSpPr>
            <p:spPr>
              <a:xfrm>
                <a:off x="198565" y="5906590"/>
                <a:ext cx="2517180" cy="296107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0" dirty="0"/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554113F-FEC4-407D-BA03-F1F8DAD35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65" y="5906590"/>
                <a:ext cx="2517180" cy="2961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F7D98AB-F8D0-457F-8602-A8B3B049A8F1}"/>
                  </a:ext>
                </a:extLst>
              </p:cNvPr>
              <p:cNvSpPr txBox="1"/>
              <p:nvPr/>
            </p:nvSpPr>
            <p:spPr>
              <a:xfrm>
                <a:off x="2969488" y="5906590"/>
                <a:ext cx="2606096" cy="31713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F7D98AB-F8D0-457F-8602-A8B3B049A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488" y="5906590"/>
                <a:ext cx="2606096" cy="31713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ECD2FE66-4DC1-4DB1-A933-375F9A1419A0}"/>
                  </a:ext>
                </a:extLst>
              </p:cNvPr>
              <p:cNvSpPr txBox="1"/>
              <p:nvPr/>
            </p:nvSpPr>
            <p:spPr>
              <a:xfrm>
                <a:off x="2626524" y="5071993"/>
                <a:ext cx="3527567" cy="504305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𝑟𝑝𝑐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𝑟𝑝𝑐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ECD2FE66-4DC1-4DB1-A933-375F9A141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524" y="5071993"/>
                <a:ext cx="3527567" cy="504305"/>
              </a:xfrm>
              <a:prstGeom prst="rect">
                <a:avLst/>
              </a:prstGeom>
              <a:blipFill>
                <a:blip r:embed="rId15"/>
                <a:stretch>
                  <a:fillRect l="-18213" t="-168605" b="-245349"/>
                </a:stretch>
              </a:blipFill>
              <a:ln w="1905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CE0F2808-BAF8-4C2A-978C-05501009832B}"/>
              </a:ext>
            </a:extLst>
          </p:cNvPr>
          <p:cNvCxnSpPr>
            <a:cxnSpLocks/>
            <a:stCxn id="219" idx="2"/>
            <a:endCxn id="217" idx="0"/>
          </p:cNvCxnSpPr>
          <p:nvPr/>
        </p:nvCxnSpPr>
        <p:spPr>
          <a:xfrm flipH="1">
            <a:off x="2923732" y="6223728"/>
            <a:ext cx="1348804" cy="2666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C9D145A7-7132-4C8A-A507-C64DF5AC4655}"/>
              </a:ext>
            </a:extLst>
          </p:cNvPr>
          <p:cNvCxnSpPr>
            <a:cxnSpLocks/>
            <a:stCxn id="220" idx="2"/>
            <a:endCxn id="218" idx="0"/>
          </p:cNvCxnSpPr>
          <p:nvPr/>
        </p:nvCxnSpPr>
        <p:spPr>
          <a:xfrm flipH="1">
            <a:off x="1457155" y="5576298"/>
            <a:ext cx="2933153" cy="33029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6359C0EC-565D-42E7-8CAC-0D9475BF42E1}"/>
              </a:ext>
            </a:extLst>
          </p:cNvPr>
          <p:cNvCxnSpPr>
            <a:cxnSpLocks/>
            <a:stCxn id="84" idx="2"/>
            <a:endCxn id="220" idx="0"/>
          </p:cNvCxnSpPr>
          <p:nvPr/>
        </p:nvCxnSpPr>
        <p:spPr>
          <a:xfrm>
            <a:off x="4166296" y="3445515"/>
            <a:ext cx="224012" cy="162647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6FF161F8-8FEB-4B15-8644-7D19AE69DE15}"/>
              </a:ext>
            </a:extLst>
          </p:cNvPr>
          <p:cNvCxnSpPr>
            <a:cxnSpLocks/>
            <a:stCxn id="218" idx="2"/>
            <a:endCxn id="217" idx="0"/>
          </p:cNvCxnSpPr>
          <p:nvPr/>
        </p:nvCxnSpPr>
        <p:spPr>
          <a:xfrm>
            <a:off x="1457155" y="6202697"/>
            <a:ext cx="1466577" cy="28769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041ECA69-6A89-40EC-BCA8-B2540BAC8A86}"/>
              </a:ext>
            </a:extLst>
          </p:cNvPr>
          <p:cNvCxnSpPr>
            <a:cxnSpLocks/>
            <a:stCxn id="220" idx="2"/>
            <a:endCxn id="219" idx="0"/>
          </p:cNvCxnSpPr>
          <p:nvPr/>
        </p:nvCxnSpPr>
        <p:spPr>
          <a:xfrm flipH="1">
            <a:off x="4272536" y="5576298"/>
            <a:ext cx="117772" cy="33029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C2CEDFD-5E05-4C0E-9E5F-BDB4326CCE61}"/>
              </a:ext>
            </a:extLst>
          </p:cNvPr>
          <p:cNvSpPr txBox="1"/>
          <p:nvPr/>
        </p:nvSpPr>
        <p:spPr>
          <a:xfrm>
            <a:off x="144720" y="186431"/>
            <a:ext cx="1941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compact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6817AD1F-B760-444B-A799-EEF5D60255FB}"/>
              </a:ext>
            </a:extLst>
          </p:cNvPr>
          <p:cNvSpPr txBox="1"/>
          <p:nvPr/>
        </p:nvSpPr>
        <p:spPr>
          <a:xfrm>
            <a:off x="7789521" y="5762384"/>
            <a:ext cx="1202887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Growth model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725DB638-9E63-407E-AB51-536A6509148B}"/>
              </a:ext>
            </a:extLst>
          </p:cNvPr>
          <p:cNvSpPr txBox="1"/>
          <p:nvPr/>
        </p:nvSpPr>
        <p:spPr>
          <a:xfrm>
            <a:off x="6111026" y="5757102"/>
            <a:ext cx="1429665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Nucleation model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7E6B5D1-68D4-458C-87AF-45E5FF9B72BC}"/>
              </a:ext>
            </a:extLst>
          </p:cNvPr>
          <p:cNvSpPr txBox="1"/>
          <p:nvPr/>
        </p:nvSpPr>
        <p:spPr>
          <a:xfrm>
            <a:off x="7274361" y="6432578"/>
            <a:ext cx="1070885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Update block</a:t>
            </a:r>
          </a:p>
        </p:txBody>
      </p: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80D58ED5-DFB2-4C59-808B-7BEB2DA823CB}"/>
              </a:ext>
            </a:extLst>
          </p:cNvPr>
          <p:cNvCxnSpPr>
            <a:cxnSpLocks/>
            <a:stCxn id="255" idx="2"/>
            <a:endCxn id="261" idx="0"/>
          </p:cNvCxnSpPr>
          <p:nvPr/>
        </p:nvCxnSpPr>
        <p:spPr>
          <a:xfrm flipH="1">
            <a:off x="6463514" y="6034101"/>
            <a:ext cx="362345" cy="4119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D9B43876-0764-461A-8A69-41181D75E6A4}"/>
              </a:ext>
            </a:extLst>
          </p:cNvPr>
          <p:cNvCxnSpPr>
            <a:cxnSpLocks/>
            <a:stCxn id="256" idx="0"/>
            <a:endCxn id="255" idx="2"/>
          </p:cNvCxnSpPr>
          <p:nvPr/>
        </p:nvCxnSpPr>
        <p:spPr>
          <a:xfrm flipH="1" flipV="1">
            <a:off x="6825859" y="6034101"/>
            <a:ext cx="983945" cy="39847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D27158DA-CFF7-4611-9336-8DC33C973F64}"/>
              </a:ext>
            </a:extLst>
          </p:cNvPr>
          <p:cNvCxnSpPr>
            <a:cxnSpLocks/>
            <a:stCxn id="254" idx="2"/>
            <a:endCxn id="256" idx="0"/>
          </p:cNvCxnSpPr>
          <p:nvPr/>
        </p:nvCxnSpPr>
        <p:spPr>
          <a:xfrm flipH="1">
            <a:off x="7809804" y="6039383"/>
            <a:ext cx="581161" cy="3931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33A36949-3051-4FF2-8204-04BD83607CA8}"/>
              </a:ext>
            </a:extLst>
          </p:cNvPr>
          <p:cNvCxnSpPr>
            <a:cxnSpLocks/>
            <a:stCxn id="255" idx="3"/>
            <a:endCxn id="254" idx="1"/>
          </p:cNvCxnSpPr>
          <p:nvPr/>
        </p:nvCxnSpPr>
        <p:spPr>
          <a:xfrm>
            <a:off x="7540691" y="5895602"/>
            <a:ext cx="248830" cy="52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5BC12D01-EFD0-448C-984D-5BA2EFD52F2B}"/>
              </a:ext>
            </a:extLst>
          </p:cNvPr>
          <p:cNvSpPr txBox="1"/>
          <p:nvPr/>
        </p:nvSpPr>
        <p:spPr>
          <a:xfrm>
            <a:off x="5807785" y="6446053"/>
            <a:ext cx="1311458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Strength model</a:t>
            </a:r>
          </a:p>
        </p:txBody>
      </p:sp>
    </p:spTree>
    <p:extLst>
      <p:ext uri="{BB962C8B-B14F-4D97-AF65-F5344CB8AC3E}">
        <p14:creationId xmlns:p14="http://schemas.microsoft.com/office/powerpoint/2010/main" val="51131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0C2CEDFD-5E05-4C0E-9E5F-BDB4326CCE61}"/>
              </a:ext>
            </a:extLst>
          </p:cNvPr>
          <p:cNvSpPr txBox="1"/>
          <p:nvPr/>
        </p:nvSpPr>
        <p:spPr>
          <a:xfrm>
            <a:off x="66491" y="97410"/>
            <a:ext cx="76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Eq#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DD8BC0C-6716-455C-AC69-283FC801EB45}"/>
              </a:ext>
            </a:extLst>
          </p:cNvPr>
          <p:cNvGrpSpPr/>
          <p:nvPr/>
        </p:nvGrpSpPr>
        <p:grpSpPr>
          <a:xfrm>
            <a:off x="0" y="134780"/>
            <a:ext cx="9112764" cy="6672747"/>
            <a:chOff x="0" y="134780"/>
            <a:chExt cx="9112764" cy="66727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FC87695-7722-4E59-8D08-1D8F41BF6BB7}"/>
                    </a:ext>
                  </a:extLst>
                </p:cNvPr>
                <p:cNvSpPr txBox="1"/>
                <p:nvPr/>
              </p:nvSpPr>
              <p:spPr>
                <a:xfrm>
                  <a:off x="1869999" y="134780"/>
                  <a:ext cx="1349217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57150">
                  <a:solidFill>
                    <a:schemeClr val="accent6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#1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GB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FC87695-7722-4E59-8D08-1D8F41BF6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999" y="134780"/>
                  <a:ext cx="1349217" cy="276999"/>
                </a:xfrm>
                <a:prstGeom prst="rect">
                  <a:avLst/>
                </a:prstGeom>
                <a:blipFill>
                  <a:blip r:embed="rId2"/>
                  <a:stretch>
                    <a:fillRect b="-3636"/>
                  </a:stretch>
                </a:blipFill>
                <a:ln w="571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32C0369-1DA6-424F-AD1E-128C38A85DFE}"/>
                    </a:ext>
                  </a:extLst>
                </p:cNvPr>
                <p:cNvSpPr txBox="1"/>
                <p:nvPr/>
              </p:nvSpPr>
              <p:spPr>
                <a:xfrm>
                  <a:off x="0" y="701476"/>
                  <a:ext cx="1663212" cy="30078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6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#3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32C0369-1DA6-424F-AD1E-128C38A85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701476"/>
                  <a:ext cx="1663212" cy="300788"/>
                </a:xfrm>
                <a:prstGeom prst="rect">
                  <a:avLst/>
                </a:prstGeom>
                <a:blipFill>
                  <a:blip r:embed="rId3"/>
                  <a:stretch>
                    <a:fillRect b="-5769"/>
                  </a:stretch>
                </a:blipFill>
                <a:ln w="19050">
                  <a:solidFill>
                    <a:schemeClr val="accent6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9F9B3EC7-8953-4B7F-98A1-603816C3087C}"/>
                </a:ext>
              </a:extLst>
            </p:cNvPr>
            <p:cNvCxnSpPr>
              <a:cxnSpLocks/>
              <a:stCxn id="57" idx="2"/>
              <a:endCxn id="84" idx="0"/>
            </p:cNvCxnSpPr>
            <p:nvPr/>
          </p:nvCxnSpPr>
          <p:spPr>
            <a:xfrm>
              <a:off x="2544608" y="411779"/>
              <a:ext cx="1749374" cy="1865199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4A0137C2-66CC-4D93-836E-C8D45B2E36A2}"/>
                </a:ext>
              </a:extLst>
            </p:cNvPr>
            <p:cNvCxnSpPr>
              <a:cxnSpLocks/>
              <a:stCxn id="57" idx="2"/>
              <a:endCxn id="80" idx="0"/>
            </p:cNvCxnSpPr>
            <p:nvPr/>
          </p:nvCxnSpPr>
          <p:spPr>
            <a:xfrm flipH="1">
              <a:off x="2122034" y="411779"/>
              <a:ext cx="422574" cy="942056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77EF27B-B243-4B77-B531-16EA7A7B1BC5}"/>
                </a:ext>
              </a:extLst>
            </p:cNvPr>
            <p:cNvCxnSpPr>
              <a:cxnSpLocks/>
              <a:stCxn id="57" idx="2"/>
              <a:endCxn id="61" idx="0"/>
            </p:cNvCxnSpPr>
            <p:nvPr/>
          </p:nvCxnSpPr>
          <p:spPr>
            <a:xfrm flipH="1">
              <a:off x="831606" y="411779"/>
              <a:ext cx="1713002" cy="289697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EDC2C47-CD0C-42C3-9894-83507EAC49D8}"/>
                    </a:ext>
                  </a:extLst>
                </p:cNvPr>
                <p:cNvSpPr txBox="1"/>
                <p:nvPr/>
              </p:nvSpPr>
              <p:spPr>
                <a:xfrm>
                  <a:off x="1217759" y="1353835"/>
                  <a:ext cx="1808549" cy="72763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rgbClr val="00B050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#4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dirty="0"/>
                </a:p>
                <a:p>
                  <a:r>
                    <a:rPr lang="en-GB" sz="1200" dirty="0"/>
                    <a:t>#2 </a:t>
                  </a:r>
                  <a14:m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dirty="0"/>
                </a:p>
                <a:p>
                  <a:r>
                    <a:rPr lang="en-GB" sz="1200" dirty="0"/>
                    <a:t>#5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EDC2C47-CD0C-42C3-9894-83507EAC4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7759" y="1353835"/>
                  <a:ext cx="1808549" cy="727635"/>
                </a:xfrm>
                <a:prstGeom prst="rect">
                  <a:avLst/>
                </a:prstGeom>
                <a:blipFill>
                  <a:blip r:embed="rId4"/>
                  <a:stretch>
                    <a:fillRect b="-4918"/>
                  </a:stretch>
                </a:blipFill>
                <a:ln w="19050">
                  <a:solidFill>
                    <a:srgbClr val="00B050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F5A8DE0-E6C4-47EF-B1FE-36040BDD8700}"/>
                </a:ext>
              </a:extLst>
            </p:cNvPr>
            <p:cNvCxnSpPr>
              <a:cxnSpLocks/>
              <a:stCxn id="61" idx="2"/>
              <a:endCxn id="80" idx="0"/>
            </p:cNvCxnSpPr>
            <p:nvPr/>
          </p:nvCxnSpPr>
          <p:spPr>
            <a:xfrm>
              <a:off x="831606" y="1002264"/>
              <a:ext cx="1290428" cy="351571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3252E0A-5233-47BA-A7E4-ED20C4C770A7}"/>
                    </a:ext>
                  </a:extLst>
                </p:cNvPr>
                <p:cNvSpPr txBox="1"/>
                <p:nvPr/>
              </p:nvSpPr>
              <p:spPr>
                <a:xfrm>
                  <a:off x="3215121" y="2276978"/>
                  <a:ext cx="2157722" cy="54296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6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#6 </a:t>
                  </a:r>
                  <a14:m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a14:m>
                  <a:endParaRPr lang="en-US" sz="1200" b="0" i="1" dirty="0">
                    <a:latin typeface="Cambria Math" panose="02040503050406030204" pitchFamily="18" charset="0"/>
                  </a:endParaRPr>
                </a:p>
                <a:p>
                  <a:r>
                    <a:rPr lang="en-GB" sz="1200" b="0" dirty="0"/>
                    <a:t>#7 </a:t>
                  </a:r>
                  <a14:m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200" b="1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2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3252E0A-5233-47BA-A7E4-ED20C4C77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5121" y="2276978"/>
                  <a:ext cx="2157722" cy="542969"/>
                </a:xfrm>
                <a:prstGeom prst="rect">
                  <a:avLst/>
                </a:prstGeom>
                <a:blipFill>
                  <a:blip r:embed="rId5"/>
                  <a:stretch>
                    <a:fillRect b="-6522"/>
                  </a:stretch>
                </a:blipFill>
                <a:ln w="19050">
                  <a:solidFill>
                    <a:schemeClr val="accent6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6E33C0BE-9C28-459B-B5D8-96204AEB811C}"/>
                </a:ext>
              </a:extLst>
            </p:cNvPr>
            <p:cNvCxnSpPr>
              <a:cxnSpLocks/>
              <a:stCxn id="80" idx="3"/>
              <a:endCxn id="84" idx="0"/>
            </p:cNvCxnSpPr>
            <p:nvPr/>
          </p:nvCxnSpPr>
          <p:spPr>
            <a:xfrm>
              <a:off x="3026308" y="1717653"/>
              <a:ext cx="1267674" cy="559325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CBD9F5C6-2DDE-41F6-955B-D55F85F02B4C}"/>
                </a:ext>
              </a:extLst>
            </p:cNvPr>
            <p:cNvCxnSpPr>
              <a:cxnSpLocks/>
              <a:stCxn id="84" idx="3"/>
              <a:endCxn id="125" idx="1"/>
            </p:cNvCxnSpPr>
            <p:nvPr/>
          </p:nvCxnSpPr>
          <p:spPr>
            <a:xfrm flipV="1">
              <a:off x="5372843" y="844829"/>
              <a:ext cx="1746400" cy="1703634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B1725E9C-B319-48EE-8EFE-F24FFCA601FA}"/>
                    </a:ext>
                  </a:extLst>
                </p:cNvPr>
                <p:cNvSpPr txBox="1"/>
                <p:nvPr/>
              </p:nvSpPr>
              <p:spPr>
                <a:xfrm>
                  <a:off x="4293982" y="1051116"/>
                  <a:ext cx="1628859" cy="5596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9050">
                  <a:solidFill>
                    <a:srgbClr val="0070C0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#12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𝑅𝑠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a14:m>
                  <a:endParaRPr lang="en-GB" sz="12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∈{0,…,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B1725E9C-B319-48EE-8EFE-F24FFCA601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3982" y="1051116"/>
                  <a:ext cx="1628859" cy="559640"/>
                </a:xfrm>
                <a:prstGeom prst="rect">
                  <a:avLst/>
                </a:prstGeom>
                <a:blipFill>
                  <a:blip r:embed="rId6"/>
                  <a:stretch>
                    <a:fillRect b="-1053"/>
                  </a:stretch>
                </a:blipFill>
                <a:ln w="19050">
                  <a:solidFill>
                    <a:srgbClr val="0070C0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B6E60972-7233-4A11-AA5C-EEDB305F624D}"/>
                </a:ext>
              </a:extLst>
            </p:cNvPr>
            <p:cNvCxnSpPr>
              <a:cxnSpLocks/>
              <a:stCxn id="57" idx="2"/>
              <a:endCxn id="122" idx="1"/>
            </p:cNvCxnSpPr>
            <p:nvPr/>
          </p:nvCxnSpPr>
          <p:spPr>
            <a:xfrm>
              <a:off x="2544608" y="411779"/>
              <a:ext cx="1749374" cy="919157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A786508-AA35-431A-802E-C71150D70B4E}"/>
                    </a:ext>
                  </a:extLst>
                </p:cNvPr>
                <p:cNvSpPr txBox="1"/>
                <p:nvPr/>
              </p:nvSpPr>
              <p:spPr>
                <a:xfrm>
                  <a:off x="7119243" y="181442"/>
                  <a:ext cx="1993521" cy="1326773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200" dirty="0"/>
                    <a:t>#8 </a:t>
                  </a:r>
                  <a14:m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endParaRPr lang="en-US" sz="12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∈{0,…,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GB" sz="1200" b="0" dirty="0"/>
                </a:p>
                <a:p>
                  <a:pPr algn="ctr"/>
                  <a:endParaRPr lang="en-GB" sz="1200" b="0" dirty="0"/>
                </a:p>
                <a:p>
                  <a:pPr algn="ctr"/>
                  <a:r>
                    <a:rPr lang="en-GB" sz="1200" b="0" dirty="0"/>
                    <a:t> </a:t>
                  </a:r>
                  <a:r>
                    <a:rPr lang="en-GB" sz="1200" dirty="0"/>
                    <a:t>#11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endParaRPr lang="en-US" sz="12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 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∈{0,…,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A786508-AA35-431A-802E-C71150D70B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9243" y="181442"/>
                  <a:ext cx="1993521" cy="1326773"/>
                </a:xfrm>
                <a:prstGeom prst="rect">
                  <a:avLst/>
                </a:prstGeom>
                <a:blipFill>
                  <a:blip r:embed="rId7"/>
                  <a:stretch>
                    <a:fillRect b="-455"/>
                  </a:stretch>
                </a:blipFill>
                <a:ln w="19050">
                  <a:solidFill>
                    <a:schemeClr val="accent1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C8D4ECA4-5A3C-49EB-BB4B-7211A32EE5C5}"/>
                    </a:ext>
                  </a:extLst>
                </p:cNvPr>
                <p:cNvSpPr txBox="1"/>
                <p:nvPr/>
              </p:nvSpPr>
              <p:spPr>
                <a:xfrm>
                  <a:off x="5568445" y="2553003"/>
                  <a:ext cx="2743949" cy="142096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5715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100" dirty="0"/>
                    <a:t>#9 </a:t>
                  </a:r>
                  <a14:m>
                    <m:oMath xmlns:m="http://schemas.openxmlformats.org/officeDocument/2006/math">
                      <m:r>
                        <a:rPr lang="en-GB" sz="11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𝑐𝑜𝑎𝑟𝑠𝑒𝑛𝑖𝑛𝑔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1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GB" sz="11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].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𝑐𝑜𝑎𝑟𝑠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1100" i="1">
                          <a:latin typeface="Cambria Math" panose="02040503050406030204" pitchFamily="18" charset="0"/>
                        </a:rPr>
                        <m:t>𝑃𝑅</m:t>
                      </m:r>
                      <m:r>
                        <a:rPr lang="en-GB" sz="11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1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GB" sz="1100" dirty="0"/>
                    <a:t> </a:t>
                  </a:r>
                  <a14:m>
                    <m:oMath xmlns:m="http://schemas.openxmlformats.org/officeDocument/2006/math">
                      <m:r>
                        <a:rPr lang="en-GB" sz="11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a14:m>
                  <a:endParaRPr lang="en-GB" sz="11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GB" sz="11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∈{0,…,</m:t>
                        </m:r>
                        <m:r>
                          <a:rPr lang="en-GB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GB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GB" sz="1100" dirty="0"/>
                </a:p>
                <a:p>
                  <a:pPr algn="ctr"/>
                  <a:endParaRPr lang="en-GB" sz="1100" dirty="0"/>
                </a:p>
                <a:p>
                  <a:pPr algn="ctr"/>
                  <a:r>
                    <a:rPr lang="en-GB" sz="1100" dirty="0"/>
                    <a:t>#13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1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11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=1/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1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𝑆𝑖</m:t>
                          </m:r>
                          <m:r>
                            <a:rPr lang="en-GB" sz="11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GB" sz="11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𝑀𝑔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1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𝑥𝑝</m:t>
                              </m:r>
                            </m:e>
                            <m:sub>
                              <m:r>
                                <a:rPr lang="en-GB" sz="11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𝑆𝑖</m:t>
                              </m:r>
                              <m:r>
                                <a:rPr lang="en-GB" sz="11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11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𝑀𝑔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1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en-GB" sz="11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11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𝐺𝑥</m:t>
                              </m:r>
                            </m:e>
                            <m:sub>
                              <m:r>
                                <a:rPr lang="en-GB" sz="11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𝑆𝑖</m:t>
                              </m:r>
                              <m:r>
                                <a:rPr lang="en-GB" sz="11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11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𝑀𝑔</m:t>
                              </m:r>
                            </m:sub>
                          </m:sSub>
                        </m:e>
                      </m:nary>
                    </m:oMath>
                  </a14:m>
                  <a:endParaRPr lang="en-GB" sz="1100" dirty="0"/>
                </a:p>
                <a:p>
                  <a:pPr algn="ctr"/>
                  <a:endParaRPr lang="en-GB" sz="1100" dirty="0"/>
                </a:p>
                <a:p>
                  <a:pPr algn="ctr"/>
                  <a:r>
                    <a:rPr lang="en-GB" sz="1100" dirty="0"/>
                    <a:t>#14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11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1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𝐺𝑥</m:t>
                          </m:r>
                        </m:e>
                        <m:sub>
                          <m:r>
                            <a:rPr lang="en-GB" sz="11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𝑆𝑖</m:t>
                          </m:r>
                          <m:r>
                            <a:rPr lang="en-GB" sz="11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1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𝑀𝑔</m:t>
                          </m:r>
                        </m:sub>
                      </m:sSub>
                      <m:r>
                        <a:rPr lang="en-GB" sz="11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𝑅𝑇</m:t>
                          </m:r>
                        </m:num>
                        <m:den>
                          <m:sSub>
                            <m:sSubPr>
                              <m:ctrlPr>
                                <a:rPr lang="en-US" sz="11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1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11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𝑀𝑔</m:t>
                              </m:r>
                              <m:r>
                                <a:rPr lang="en-GB" sz="11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GB" sz="11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</m:sub>
                          </m:sSub>
                        </m:den>
                      </m:f>
                    </m:oMath>
                  </a14:m>
                  <a:endParaRPr lang="en-GB" sz="11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C8D4ECA4-5A3C-49EB-BB4B-7211A32EE5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8445" y="2553003"/>
                  <a:ext cx="2743949" cy="142096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5715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2CE11940-3E56-45AD-9117-AA93090D0013}"/>
                    </a:ext>
                  </a:extLst>
                </p:cNvPr>
                <p:cNvSpPr txBox="1"/>
                <p:nvPr/>
              </p:nvSpPr>
              <p:spPr>
                <a:xfrm>
                  <a:off x="4256981" y="145678"/>
                  <a:ext cx="2075530" cy="30078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9050">
                  <a:solidFill>
                    <a:srgbClr val="0070C0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#10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b="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2CE11940-3E56-45AD-9117-AA93090D00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6981" y="145678"/>
                  <a:ext cx="2075530" cy="300788"/>
                </a:xfrm>
                <a:prstGeom prst="rect">
                  <a:avLst/>
                </a:prstGeom>
                <a:blipFill>
                  <a:blip r:embed="rId9"/>
                  <a:stretch>
                    <a:fillRect b="-5769"/>
                  </a:stretch>
                </a:blipFill>
                <a:ln w="19050">
                  <a:solidFill>
                    <a:srgbClr val="0070C0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2AB73D0-096C-474B-BA47-6BE270115C2F}"/>
                </a:ext>
              </a:extLst>
            </p:cNvPr>
            <p:cNvCxnSpPr>
              <a:cxnSpLocks/>
              <a:stCxn id="122" idx="3"/>
              <a:endCxn id="125" idx="1"/>
            </p:cNvCxnSpPr>
            <p:nvPr/>
          </p:nvCxnSpPr>
          <p:spPr>
            <a:xfrm flipV="1">
              <a:off x="5922841" y="844829"/>
              <a:ext cx="1196402" cy="4861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F6B36218-D438-4107-A6F3-B0585877203E}"/>
                </a:ext>
              </a:extLst>
            </p:cNvPr>
            <p:cNvCxnSpPr>
              <a:cxnSpLocks/>
              <a:stCxn id="127" idx="2"/>
              <a:endCxn id="125" idx="1"/>
            </p:cNvCxnSpPr>
            <p:nvPr/>
          </p:nvCxnSpPr>
          <p:spPr>
            <a:xfrm>
              <a:off x="5294746" y="446466"/>
              <a:ext cx="1824497" cy="3983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FA2D81C7-EBA3-48D3-AFB5-A700963C80D0}"/>
                </a:ext>
              </a:extLst>
            </p:cNvPr>
            <p:cNvCxnSpPr>
              <a:cxnSpLocks/>
              <a:stCxn id="127" idx="3"/>
              <a:endCxn id="126" idx="0"/>
            </p:cNvCxnSpPr>
            <p:nvPr/>
          </p:nvCxnSpPr>
          <p:spPr>
            <a:xfrm>
              <a:off x="6332511" y="296072"/>
              <a:ext cx="607909" cy="225693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467DBA89-3388-47DC-86C3-9B5BE0245FE0}"/>
                </a:ext>
              </a:extLst>
            </p:cNvPr>
            <p:cNvCxnSpPr>
              <a:cxnSpLocks/>
              <a:stCxn id="122" idx="3"/>
              <a:endCxn id="126" idx="0"/>
            </p:cNvCxnSpPr>
            <p:nvPr/>
          </p:nvCxnSpPr>
          <p:spPr>
            <a:xfrm>
              <a:off x="5922841" y="1330936"/>
              <a:ext cx="1017579" cy="12220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B772D972-6632-4F3F-BB34-16C94B72475C}"/>
                </a:ext>
              </a:extLst>
            </p:cNvPr>
            <p:cNvCxnSpPr>
              <a:cxnSpLocks/>
              <a:stCxn id="84" idx="0"/>
              <a:endCxn id="122" idx="2"/>
            </p:cNvCxnSpPr>
            <p:nvPr/>
          </p:nvCxnSpPr>
          <p:spPr>
            <a:xfrm flipV="1">
              <a:off x="4293982" y="1610756"/>
              <a:ext cx="814430" cy="66622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3A0877F5-7350-4BB2-994F-18278A8F6E87}"/>
                </a:ext>
              </a:extLst>
            </p:cNvPr>
            <p:cNvCxnSpPr>
              <a:cxnSpLocks/>
              <a:stCxn id="84" idx="3"/>
              <a:endCxn id="126" idx="1"/>
            </p:cNvCxnSpPr>
            <p:nvPr/>
          </p:nvCxnSpPr>
          <p:spPr>
            <a:xfrm>
              <a:off x="5372843" y="2548463"/>
              <a:ext cx="195602" cy="715023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E5EC15C9-D36D-4E6E-AABB-9D1CED964C26}"/>
                    </a:ext>
                  </a:extLst>
                </p:cNvPr>
                <p:cNvSpPr txBox="1"/>
                <p:nvPr/>
              </p:nvSpPr>
              <p:spPr>
                <a:xfrm>
                  <a:off x="6337012" y="4495858"/>
                  <a:ext cx="2666956" cy="67646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200" dirty="0"/>
                    <a:t>#15 </a:t>
                  </a:r>
                  <a14:m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+=</m:t>
                      </m:r>
                    </m:oMath>
                  </a14:m>
                  <a:endParaRPr lang="en-GB" sz="12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𝑣𝑒</m:t>
                        </m:r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𝑐𝑜𝑎𝑟𝑠𝑒𝑛𝑖𝑛𝑔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sz="1200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d>
                        <m:r>
                          <a:rPr lang="en-GB" sz="12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𝑣𝑒</m:t>
                        </m:r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𝑔𝑟𝑜𝑤𝑡h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12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∈{0,…,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E5EC15C9-D36D-4E6E-AABB-9D1CED964C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7012" y="4495858"/>
                  <a:ext cx="2666956" cy="67646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chemeClr val="accent1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1263FE9B-7698-428A-8C72-F90E6526DA6C}"/>
                </a:ext>
              </a:extLst>
            </p:cNvPr>
            <p:cNvCxnSpPr>
              <a:cxnSpLocks/>
              <a:stCxn id="125" idx="2"/>
              <a:endCxn id="169" idx="3"/>
            </p:cNvCxnSpPr>
            <p:nvPr/>
          </p:nvCxnSpPr>
          <p:spPr>
            <a:xfrm>
              <a:off x="8116004" y="1508215"/>
              <a:ext cx="887964" cy="3325877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CA49D9FC-C41D-4735-B57E-0AB4FB414245}"/>
                </a:ext>
              </a:extLst>
            </p:cNvPr>
            <p:cNvCxnSpPr>
              <a:cxnSpLocks/>
              <a:stCxn id="126" idx="2"/>
              <a:endCxn id="169" idx="0"/>
            </p:cNvCxnSpPr>
            <p:nvPr/>
          </p:nvCxnSpPr>
          <p:spPr>
            <a:xfrm>
              <a:off x="6940420" y="3973969"/>
              <a:ext cx="730070" cy="521889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E65FB31E-C401-45EF-953E-187D844F5799}"/>
                    </a:ext>
                  </a:extLst>
                </p:cNvPr>
                <p:cNvSpPr txBox="1"/>
                <p:nvPr/>
              </p:nvSpPr>
              <p:spPr>
                <a:xfrm>
                  <a:off x="220667" y="3896162"/>
                  <a:ext cx="3165487" cy="65485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accent2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#16 </a:t>
                  </a:r>
                  <a14:m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𝑉𝐹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𝑉𝐹</m:t>
                      </m:r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a14:m>
                  <a:endParaRPr lang="en-US" sz="1200" i="1" dirty="0">
                    <a:latin typeface="Cambria Math" panose="02040503050406030204" pitchFamily="18" charset="0"/>
                  </a:endParaRPr>
                </a:p>
                <a:p>
                  <a:r>
                    <a:rPr lang="en-GB" sz="1100" dirty="0">
                      <a:effectLst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#17 </a:t>
                  </a:r>
                  <a14:m>
                    <m:oMath xmlns:m="http://schemas.openxmlformats.org/officeDocument/2006/math">
                      <m:r>
                        <a:rPr lang="en-GB" sz="11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𝑇𝑉𝐹</m:t>
                      </m:r>
                      <m:r>
                        <a:rPr lang="en-GB" sz="11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1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GB" sz="11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𝑉𝐹</m:t>
                          </m:r>
                          <m:r>
                            <a:rPr lang="en-GB" sz="11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11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11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</m:oMath>
                  </a14:m>
                  <a:endParaRPr lang="en-US" sz="1100" dirty="0"/>
                </a:p>
                <a:p>
                  <a:r>
                    <a:rPr lang="en-GB" sz="1200" dirty="0"/>
                    <a:t>#18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𝑉𝐹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E65FB31E-C401-45EF-953E-187D844F57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667" y="3896162"/>
                  <a:ext cx="3165487" cy="654859"/>
                </a:xfrm>
                <a:prstGeom prst="rect">
                  <a:avLst/>
                </a:prstGeom>
                <a:blipFill>
                  <a:blip r:embed="rId11"/>
                  <a:stretch>
                    <a:fillRect t="-8108" b="-58559"/>
                  </a:stretch>
                </a:blipFill>
                <a:ln w="19050">
                  <a:solidFill>
                    <a:schemeClr val="accent2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3D60776C-0410-4C36-A8F4-BE2957ED7860}"/>
                </a:ext>
              </a:extLst>
            </p:cNvPr>
            <p:cNvCxnSpPr>
              <a:cxnSpLocks/>
              <a:stCxn id="169" idx="1"/>
              <a:endCxn id="183" idx="3"/>
            </p:cNvCxnSpPr>
            <p:nvPr/>
          </p:nvCxnSpPr>
          <p:spPr>
            <a:xfrm flipH="1" flipV="1">
              <a:off x="3386154" y="4223592"/>
              <a:ext cx="2950858" cy="61050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36F69EE8-60C2-4330-9782-4BB8C5DEE8BC}"/>
                </a:ext>
              </a:extLst>
            </p:cNvPr>
            <p:cNvCxnSpPr>
              <a:cxnSpLocks/>
              <a:stCxn id="183" idx="0"/>
              <a:endCxn id="80" idx="2"/>
            </p:cNvCxnSpPr>
            <p:nvPr/>
          </p:nvCxnSpPr>
          <p:spPr>
            <a:xfrm flipV="1">
              <a:off x="1803411" y="2081470"/>
              <a:ext cx="318623" cy="1814692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D3DF08DD-2D58-46B3-8672-B0992E19B34D}"/>
                </a:ext>
              </a:extLst>
            </p:cNvPr>
            <p:cNvCxnSpPr>
              <a:cxnSpLocks/>
              <a:stCxn id="183" idx="0"/>
              <a:endCxn id="61" idx="2"/>
            </p:cNvCxnSpPr>
            <p:nvPr/>
          </p:nvCxnSpPr>
          <p:spPr>
            <a:xfrm flipH="1" flipV="1">
              <a:off x="831606" y="1002264"/>
              <a:ext cx="971805" cy="2893898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A977D39E-4645-49DF-84CB-504751DD966A}"/>
                </a:ext>
              </a:extLst>
            </p:cNvPr>
            <p:cNvCxnSpPr>
              <a:cxnSpLocks/>
              <a:stCxn id="183" idx="0"/>
              <a:endCxn id="127" idx="1"/>
            </p:cNvCxnSpPr>
            <p:nvPr/>
          </p:nvCxnSpPr>
          <p:spPr>
            <a:xfrm flipV="1">
              <a:off x="1803411" y="296072"/>
              <a:ext cx="2453570" cy="360009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58C90BD5-1BBB-441C-BC75-0458B5561E95}"/>
                </a:ext>
              </a:extLst>
            </p:cNvPr>
            <p:cNvCxnSpPr>
              <a:cxnSpLocks/>
              <a:stCxn id="183" idx="0"/>
              <a:endCxn id="84" idx="2"/>
            </p:cNvCxnSpPr>
            <p:nvPr/>
          </p:nvCxnSpPr>
          <p:spPr>
            <a:xfrm flipV="1">
              <a:off x="1803411" y="2819947"/>
              <a:ext cx="2490571" cy="1076215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B04AE934-A49F-4201-BE72-33F1E689EF37}"/>
                    </a:ext>
                  </a:extLst>
                </p:cNvPr>
                <p:cNvSpPr txBox="1"/>
                <p:nvPr/>
              </p:nvSpPr>
              <p:spPr>
                <a:xfrm>
                  <a:off x="1457155" y="6490389"/>
                  <a:ext cx="2933153" cy="317138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#21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𝑝𝑝𝑡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B04AE934-A49F-4201-BE72-33F1E689E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155" y="6490389"/>
                  <a:ext cx="2933153" cy="31713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3554113F-FEC4-407D-BA03-F1F8DAD35F87}"/>
                    </a:ext>
                  </a:extLst>
                </p:cNvPr>
                <p:cNvSpPr txBox="1"/>
                <p:nvPr/>
              </p:nvSpPr>
              <p:spPr>
                <a:xfrm>
                  <a:off x="276696" y="5737994"/>
                  <a:ext cx="2517180" cy="296107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#19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b="0" dirty="0"/>
                </a:p>
              </p:txBody>
            </p:sp>
          </mc:Choice>
          <mc:Fallback xmlns="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3554113F-FEC4-407D-BA03-F1F8DAD35F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96" y="5737994"/>
                  <a:ext cx="2517180" cy="296107"/>
                </a:xfrm>
                <a:prstGeom prst="rect">
                  <a:avLst/>
                </a:prstGeom>
                <a:blipFill>
                  <a:blip r:embed="rId13"/>
                  <a:stretch>
                    <a:fillRect b="-5769"/>
                  </a:stretch>
                </a:blipFill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1F7D98AB-F8D0-457F-8602-A8B3B049A8F1}"/>
                    </a:ext>
                  </a:extLst>
                </p:cNvPr>
                <p:cNvSpPr txBox="1"/>
                <p:nvPr/>
              </p:nvSpPr>
              <p:spPr>
                <a:xfrm>
                  <a:off x="3087260" y="5747211"/>
                  <a:ext cx="2606096" cy="317138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#20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1F7D98AB-F8D0-457F-8602-A8B3B049A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7260" y="5747211"/>
                  <a:ext cx="2606096" cy="31713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ECD2FE66-4DC1-4DB1-A933-375F9A1419A0}"/>
                    </a:ext>
                  </a:extLst>
                </p:cNvPr>
                <p:cNvSpPr txBox="1"/>
                <p:nvPr/>
              </p:nvSpPr>
              <p:spPr>
                <a:xfrm>
                  <a:off x="2190443" y="4835117"/>
                  <a:ext cx="3527567" cy="504305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chemeClr val="tx1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GB" sz="1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GB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𝑁𝐷</m:t>
                                    </m:r>
                                  </m:e>
                                  <m:sub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𝑃𝑅</m:t>
                                    </m:r>
                                  </m:e>
                                  <m:sub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d>
                                  <m:d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𝑁𝐷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GB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1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𝑃𝑅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GB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1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𝑃𝑅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𝑟𝑝𝑐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𝑁𝐷</m:t>
                                    </m:r>
                                  </m:e>
                                  <m:sub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𝑃𝑅</m:t>
                                    </m:r>
                                  </m:e>
                                  <m:sub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d>
                                  <m:dPr>
                                    <m:ctrlP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𝑁𝐷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GB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1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𝑃𝑅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GB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1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𝑃𝑅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𝑟𝑝𝑐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ECD2FE66-4DC1-4DB1-A933-375F9A141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443" y="4835117"/>
                  <a:ext cx="3527567" cy="504305"/>
                </a:xfrm>
                <a:prstGeom prst="rect">
                  <a:avLst/>
                </a:prstGeom>
                <a:blipFill>
                  <a:blip r:embed="rId15"/>
                  <a:stretch>
                    <a:fillRect l="-18041" t="-168605" b="-245349"/>
                  </a:stretch>
                </a:blipFill>
                <a:ln w="19050">
                  <a:solidFill>
                    <a:schemeClr val="tx1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CE0F2808-BAF8-4C2A-978C-05501009832B}"/>
                </a:ext>
              </a:extLst>
            </p:cNvPr>
            <p:cNvCxnSpPr>
              <a:cxnSpLocks/>
              <a:stCxn id="219" idx="2"/>
              <a:endCxn id="217" idx="0"/>
            </p:cNvCxnSpPr>
            <p:nvPr/>
          </p:nvCxnSpPr>
          <p:spPr>
            <a:xfrm flipH="1">
              <a:off x="2923732" y="6064349"/>
              <a:ext cx="1466576" cy="4260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C9D145A7-7132-4C8A-A507-C64DF5AC4655}"/>
                </a:ext>
              </a:extLst>
            </p:cNvPr>
            <p:cNvCxnSpPr>
              <a:cxnSpLocks/>
              <a:stCxn id="220" idx="2"/>
              <a:endCxn id="218" idx="0"/>
            </p:cNvCxnSpPr>
            <p:nvPr/>
          </p:nvCxnSpPr>
          <p:spPr>
            <a:xfrm flipH="1">
              <a:off x="1535286" y="5339422"/>
              <a:ext cx="2418941" cy="39857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6359C0EC-565D-42E7-8CAC-0D9475BF42E1}"/>
                </a:ext>
              </a:extLst>
            </p:cNvPr>
            <p:cNvCxnSpPr>
              <a:cxnSpLocks/>
              <a:stCxn id="84" idx="2"/>
              <a:endCxn id="220" idx="0"/>
            </p:cNvCxnSpPr>
            <p:nvPr/>
          </p:nvCxnSpPr>
          <p:spPr>
            <a:xfrm flipH="1">
              <a:off x="3954227" y="2819947"/>
              <a:ext cx="339755" cy="201517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6FF161F8-8FEB-4B15-8644-7D19AE69DE15}"/>
                </a:ext>
              </a:extLst>
            </p:cNvPr>
            <p:cNvCxnSpPr>
              <a:cxnSpLocks/>
              <a:stCxn id="218" idx="2"/>
              <a:endCxn id="217" idx="0"/>
            </p:cNvCxnSpPr>
            <p:nvPr/>
          </p:nvCxnSpPr>
          <p:spPr>
            <a:xfrm>
              <a:off x="1535286" y="6034101"/>
              <a:ext cx="1388446" cy="456288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041ECA69-6A89-40EC-BCA8-B2540BAC8A86}"/>
                </a:ext>
              </a:extLst>
            </p:cNvPr>
            <p:cNvCxnSpPr>
              <a:cxnSpLocks/>
              <a:stCxn id="220" idx="2"/>
              <a:endCxn id="219" idx="0"/>
            </p:cNvCxnSpPr>
            <p:nvPr/>
          </p:nvCxnSpPr>
          <p:spPr>
            <a:xfrm>
              <a:off x="3954227" y="5339422"/>
              <a:ext cx="436081" cy="407789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6817AD1F-B760-444B-A799-EEF5D60255FB}"/>
                </a:ext>
              </a:extLst>
            </p:cNvPr>
            <p:cNvSpPr txBox="1"/>
            <p:nvPr/>
          </p:nvSpPr>
          <p:spPr>
            <a:xfrm>
              <a:off x="7789521" y="5762384"/>
              <a:ext cx="1202887" cy="27699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Growth model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25DB638-9E63-407E-AB51-536A6509148B}"/>
                </a:ext>
              </a:extLst>
            </p:cNvPr>
            <p:cNvSpPr txBox="1"/>
            <p:nvPr/>
          </p:nvSpPr>
          <p:spPr>
            <a:xfrm>
              <a:off x="6111026" y="5757102"/>
              <a:ext cx="142966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Nucleation model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A7E6B5D1-68D4-458C-87AF-45E5FF9B72BC}"/>
                </a:ext>
              </a:extLst>
            </p:cNvPr>
            <p:cNvSpPr txBox="1"/>
            <p:nvPr/>
          </p:nvSpPr>
          <p:spPr>
            <a:xfrm>
              <a:off x="7465835" y="6455743"/>
              <a:ext cx="1070885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Update block</a:t>
              </a:r>
            </a:p>
          </p:txBody>
        </p:sp>
        <p:cxnSp>
          <p:nvCxnSpPr>
            <p:cNvPr id="257" name="Straight Arrow Connector 256">
              <a:extLst>
                <a:ext uri="{FF2B5EF4-FFF2-40B4-BE49-F238E27FC236}">
                  <a16:creationId xmlns:a16="http://schemas.microsoft.com/office/drawing/2014/main" id="{80D58ED5-DFB2-4C59-808B-7BEB2DA823CB}"/>
                </a:ext>
              </a:extLst>
            </p:cNvPr>
            <p:cNvCxnSpPr>
              <a:cxnSpLocks/>
              <a:stCxn id="255" idx="2"/>
              <a:endCxn id="261" idx="0"/>
            </p:cNvCxnSpPr>
            <p:nvPr/>
          </p:nvCxnSpPr>
          <p:spPr>
            <a:xfrm flipH="1">
              <a:off x="6463514" y="6034101"/>
              <a:ext cx="362345" cy="4119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D9B43876-0764-461A-8A69-41181D75E6A4}"/>
                </a:ext>
              </a:extLst>
            </p:cNvPr>
            <p:cNvCxnSpPr>
              <a:cxnSpLocks/>
              <a:stCxn id="256" idx="0"/>
              <a:endCxn id="255" idx="2"/>
            </p:cNvCxnSpPr>
            <p:nvPr/>
          </p:nvCxnSpPr>
          <p:spPr>
            <a:xfrm flipH="1" flipV="1">
              <a:off x="6825859" y="6034101"/>
              <a:ext cx="1175419" cy="421642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D27158DA-CFF7-4611-9336-8DC33C973F64}"/>
                </a:ext>
              </a:extLst>
            </p:cNvPr>
            <p:cNvCxnSpPr>
              <a:cxnSpLocks/>
              <a:stCxn id="254" idx="2"/>
              <a:endCxn id="261" idx="0"/>
            </p:cNvCxnSpPr>
            <p:nvPr/>
          </p:nvCxnSpPr>
          <p:spPr>
            <a:xfrm flipH="1">
              <a:off x="6463514" y="6039383"/>
              <a:ext cx="1927451" cy="40667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33A36949-3051-4FF2-8204-04BD83607CA8}"/>
                </a:ext>
              </a:extLst>
            </p:cNvPr>
            <p:cNvCxnSpPr>
              <a:cxnSpLocks/>
              <a:stCxn id="255" idx="3"/>
              <a:endCxn id="254" idx="1"/>
            </p:cNvCxnSpPr>
            <p:nvPr/>
          </p:nvCxnSpPr>
          <p:spPr>
            <a:xfrm>
              <a:off x="7540691" y="5895602"/>
              <a:ext cx="248830" cy="528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5BC12D01-EFD0-448C-984D-5BA2EFD52F2B}"/>
                </a:ext>
              </a:extLst>
            </p:cNvPr>
            <p:cNvSpPr txBox="1"/>
            <p:nvPr/>
          </p:nvSpPr>
          <p:spPr>
            <a:xfrm>
              <a:off x="5807785" y="6446053"/>
              <a:ext cx="1311458" cy="2769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Strength model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99D11375-EA9E-4116-8F59-8B4E5C3B1D09}"/>
                </a:ext>
              </a:extLst>
            </p:cNvPr>
            <p:cNvCxnSpPr>
              <a:cxnSpLocks/>
              <a:stCxn id="169" idx="1"/>
              <a:endCxn id="220" idx="3"/>
            </p:cNvCxnSpPr>
            <p:nvPr/>
          </p:nvCxnSpPr>
          <p:spPr>
            <a:xfrm flipH="1">
              <a:off x="5718010" y="4834092"/>
              <a:ext cx="619002" cy="253178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1EDE366A-3641-441F-A91C-F9A0F5165E1D}"/>
                </a:ext>
              </a:extLst>
            </p:cNvPr>
            <p:cNvCxnSpPr>
              <a:cxnSpLocks/>
              <a:stCxn id="254" idx="2"/>
              <a:endCxn id="256" idx="0"/>
            </p:cNvCxnSpPr>
            <p:nvPr/>
          </p:nvCxnSpPr>
          <p:spPr>
            <a:xfrm flipH="1">
              <a:off x="8001278" y="6039383"/>
              <a:ext cx="389687" cy="4163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703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2C2D270F-CBDF-9CDE-0175-09AA0E7E38A0}"/>
              </a:ext>
            </a:extLst>
          </p:cNvPr>
          <p:cNvGrpSpPr/>
          <p:nvPr/>
        </p:nvGrpSpPr>
        <p:grpSpPr>
          <a:xfrm>
            <a:off x="-546127" y="265758"/>
            <a:ext cx="9969568" cy="7164090"/>
            <a:chOff x="-983007" y="316558"/>
            <a:chExt cx="9969568" cy="716409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EDD2192-43B6-C471-2741-4410BCFAD8AC}"/>
                </a:ext>
              </a:extLst>
            </p:cNvPr>
            <p:cNvSpPr/>
            <p:nvPr/>
          </p:nvSpPr>
          <p:spPr>
            <a:xfrm>
              <a:off x="1178038" y="1091616"/>
              <a:ext cx="7772922" cy="5685104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DD8BC0C-6716-455C-AC69-283FC801EB45}"/>
                </a:ext>
              </a:extLst>
            </p:cNvPr>
            <p:cNvGrpSpPr/>
            <p:nvPr/>
          </p:nvGrpSpPr>
          <p:grpSpPr>
            <a:xfrm>
              <a:off x="1214757" y="1224629"/>
              <a:ext cx="7665082" cy="5464431"/>
              <a:chOff x="-209753" y="28029"/>
              <a:chExt cx="9322517" cy="683549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FC87695-7722-4E59-8D08-1D8F41BF6BB7}"/>
                      </a:ext>
                    </a:extLst>
                  </p:cNvPr>
                  <p:cNvSpPr txBox="1"/>
                  <p:nvPr/>
                </p:nvSpPr>
                <p:spPr>
                  <a:xfrm>
                    <a:off x="1874237" y="668832"/>
                    <a:ext cx="1349217" cy="288749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9050">
                    <a:solidFill>
                      <a:schemeClr val="accent6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900" dirty="0"/>
                      <a:t>#1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GB" sz="9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9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900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sz="9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GB" sz="9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GB" sz="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sz="9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GB" sz="9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</m:oMath>
                    </a14:m>
                    <a:endParaRPr lang="en-GB" sz="900" dirty="0"/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FC87695-7722-4E59-8D08-1D8F41BF6B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4237" y="668832"/>
                    <a:ext cx="1349217" cy="28874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7500"/>
                    </a:stretch>
                  </a:blipFill>
                  <a:ln w="19050">
                    <a:solidFill>
                      <a:schemeClr val="accent6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032C0369-1DA6-424F-AD1E-128C38A85DFE}"/>
                      </a:ext>
                    </a:extLst>
                  </p:cNvPr>
                  <p:cNvSpPr txBox="1"/>
                  <p:nvPr/>
                </p:nvSpPr>
                <p:spPr>
                  <a:xfrm>
                    <a:off x="-209753" y="927329"/>
                    <a:ext cx="1663211" cy="310968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9050">
                    <a:solidFill>
                      <a:schemeClr val="accent6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900" dirty="0"/>
                      <a:t>#3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GB" sz="9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GB" sz="9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sz="9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GB" sz="9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GB" sz="9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GB" sz="9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𝑀𝑔</m:t>
                            </m:r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GB" sz="900" i="1">
                                <a:latin typeface="Cambria Math" panose="02040503050406030204" pitchFamily="18" charset="0"/>
                              </a:rPr>
                              <m:t>𝑆𝑖</m:t>
                            </m:r>
                          </m:sub>
                          <m:sup>
                            <m:r>
                              <a:rPr lang="en-GB" sz="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bSup>
                        <m:r>
                          <a:rPr lang="en-GB" sz="9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GB" sz="90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032C0369-1DA6-424F-AD1E-128C38A85D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09753" y="927329"/>
                    <a:ext cx="1663211" cy="31096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9050">
                    <a:solidFill>
                      <a:schemeClr val="accent6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9F9B3EC7-8953-4B7F-98A1-603816C3087C}"/>
                  </a:ext>
                </a:extLst>
              </p:cNvPr>
              <p:cNvCxnSpPr>
                <a:cxnSpLocks/>
                <a:stCxn id="57" idx="3"/>
                <a:endCxn id="84" idx="0"/>
              </p:cNvCxnSpPr>
              <p:nvPr/>
            </p:nvCxnSpPr>
            <p:spPr>
              <a:xfrm>
                <a:off x="3223454" y="813207"/>
                <a:ext cx="824468" cy="2019048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4A0137C2-66CC-4D93-836E-C8D45B2E36A2}"/>
                  </a:ext>
                </a:extLst>
              </p:cNvPr>
              <p:cNvCxnSpPr>
                <a:cxnSpLocks/>
                <a:stCxn id="57" idx="2"/>
                <a:endCxn id="80" idx="0"/>
              </p:cNvCxnSpPr>
              <p:nvPr/>
            </p:nvCxnSpPr>
            <p:spPr>
              <a:xfrm flipH="1">
                <a:off x="2029783" y="957582"/>
                <a:ext cx="519062" cy="43443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77EF27B-B243-4B77-B531-16EA7A7B1BC5}"/>
                  </a:ext>
                </a:extLst>
              </p:cNvPr>
              <p:cNvCxnSpPr>
                <a:cxnSpLocks/>
                <a:stCxn id="57" idx="1"/>
                <a:endCxn id="61" idx="0"/>
              </p:cNvCxnSpPr>
              <p:nvPr/>
            </p:nvCxnSpPr>
            <p:spPr>
              <a:xfrm flipH="1">
                <a:off x="621853" y="813207"/>
                <a:ext cx="1252384" cy="114121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1EDC2C47-CD0C-42C3-9894-83507EAC49D8}"/>
                      </a:ext>
                    </a:extLst>
                  </p:cNvPr>
                  <p:cNvSpPr txBox="1"/>
                  <p:nvPr/>
                </p:nvSpPr>
                <p:spPr>
                  <a:xfrm>
                    <a:off x="992019" y="1392012"/>
                    <a:ext cx="2075527" cy="785721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9050">
                    <a:solidFill>
                      <a:srgbClr val="00B050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000" dirty="0"/>
                      <a:t>#4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GB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𝑑𝑁</m:t>
                            </m:r>
                          </m:num>
                          <m:den>
                            <m:r>
                              <a:rPr lang="en-GB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GB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GB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sSup>
                          <m:sSupPr>
                            <m:ctrlP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GB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GB" sz="1000" dirty="0">
                      <a:solidFill>
                        <a:schemeClr val="tx1"/>
                      </a:solidFill>
                    </a:endParaRPr>
                  </a:p>
                  <a:p>
                    <a:r>
                      <a:rPr lang="en-GB" sz="1000" dirty="0">
                        <a:solidFill>
                          <a:schemeClr val="tx1"/>
                        </a:solidFill>
                      </a:rPr>
                      <a:t>#2 </a:t>
                    </a:r>
                    <a14:m>
                      <m:oMath xmlns:m="http://schemas.openxmlformats.org/officeDocument/2006/math">
                        <m:r>
                          <a:rPr lang="en-GB" sz="1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GB" sz="1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GB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1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GB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GB" sz="1000" dirty="0">
                      <a:solidFill>
                        <a:schemeClr val="tx1"/>
                      </a:solidFill>
                    </a:endParaRPr>
                  </a:p>
                  <a:p>
                    <a:r>
                      <a:rPr lang="en-GB" sz="1000" dirty="0">
                        <a:solidFill>
                          <a:schemeClr val="tx1"/>
                        </a:solidFill>
                      </a:rPr>
                      <a:t>#5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GB" sz="1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GB" sz="1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GB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sz="1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GB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GB" sz="1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  <m:r>
                          <a:rPr lang="en-GB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GB" sz="1000" dirty="0"/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GB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(∆</m:t>
                            </m:r>
                            <m:sSub>
                              <m:sSubPr>
                                <m:ctrlPr>
                                  <a:rPr lang="en-GB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GB" sz="1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a14:m>
                    <a:endParaRPr lang="en-GB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1EDC2C47-CD0C-42C3-9894-83507EAC49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2019" y="1392012"/>
                    <a:ext cx="2075527" cy="7857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774"/>
                    </a:stretch>
                  </a:blipFill>
                  <a:ln w="19050">
                    <a:solidFill>
                      <a:srgbClr val="00B050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5F5A8DE0-E6C4-47EF-B1FE-36040BDD8700}"/>
                  </a:ext>
                </a:extLst>
              </p:cNvPr>
              <p:cNvCxnSpPr>
                <a:cxnSpLocks/>
                <a:stCxn id="61" idx="3"/>
                <a:endCxn id="80" idx="0"/>
              </p:cNvCxnSpPr>
              <p:nvPr/>
            </p:nvCxnSpPr>
            <p:spPr>
              <a:xfrm>
                <a:off x="1453458" y="1082813"/>
                <a:ext cx="576325" cy="309199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93252E0A-5233-47BA-A7E4-ED20C4C770A7}"/>
                      </a:ext>
                    </a:extLst>
                  </p:cNvPr>
                  <p:cNvSpPr txBox="1"/>
                  <p:nvPr/>
                </p:nvSpPr>
                <p:spPr>
                  <a:xfrm>
                    <a:off x="2969061" y="2832255"/>
                    <a:ext cx="2157722" cy="632202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9050">
                    <a:solidFill>
                      <a:schemeClr val="accent6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050" dirty="0"/>
                      <a:t>#6 </a:t>
                    </a:r>
                    <a14:m>
                      <m:oMath xmlns:m="http://schemas.openxmlformats.org/officeDocument/2006/math">
                        <m:r>
                          <a:rPr lang="en-GB" sz="105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GB" sz="105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GB" sz="105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05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f>
                          <m:f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𝑑𝑁</m:t>
                            </m:r>
                          </m:num>
                          <m:den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a14:m>
                    <a:endParaRPr lang="en-US" sz="1050" b="0" i="1" dirty="0">
                      <a:latin typeface="Cambria Math" panose="02040503050406030204" pitchFamily="18" charset="0"/>
                    </a:endParaRPr>
                  </a:p>
                  <a:p>
                    <a:r>
                      <a:rPr lang="en-GB" sz="1050" b="0" dirty="0"/>
                      <a:t>#7 </a:t>
                    </a:r>
                    <a14:m>
                      <m:oMath xmlns:m="http://schemas.openxmlformats.org/officeDocument/2006/math">
                        <m:r>
                          <a:rPr lang="en-GB" sz="1050" b="0" i="1" smtClean="0">
                            <a:latin typeface="Cambria Math" panose="02040503050406030204" pitchFamily="18" charset="0"/>
                          </a:rPr>
                          <m:t>𝑃𝑅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GB" sz="105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0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GB" sz="105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GB" sz="105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</m:sub>
                        </m:sSub>
                        <m:sSub>
                          <m:sSub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GB" sz="105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05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GB" sz="1050" dirty="0"/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93252E0A-5233-47BA-A7E4-ED20C4C770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9061" y="2832255"/>
                    <a:ext cx="2157722" cy="63220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9050">
                    <a:solidFill>
                      <a:schemeClr val="accent6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E33C0BE-9C28-459B-B5D8-96204AEB811C}"/>
                  </a:ext>
                </a:extLst>
              </p:cNvPr>
              <p:cNvCxnSpPr>
                <a:cxnSpLocks/>
                <a:stCxn id="80" idx="3"/>
                <a:endCxn id="84" idx="0"/>
              </p:cNvCxnSpPr>
              <p:nvPr/>
            </p:nvCxnSpPr>
            <p:spPr>
              <a:xfrm>
                <a:off x="3067546" y="1784873"/>
                <a:ext cx="980375" cy="104738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CBD9F5C6-2DDE-41F6-955B-D55F85F02B4C}"/>
                  </a:ext>
                </a:extLst>
              </p:cNvPr>
              <p:cNvCxnSpPr>
                <a:cxnSpLocks/>
                <a:stCxn id="84" idx="3"/>
                <a:endCxn id="125" idx="1"/>
              </p:cNvCxnSpPr>
              <p:nvPr/>
            </p:nvCxnSpPr>
            <p:spPr>
              <a:xfrm flipV="1">
                <a:off x="5126782" y="882585"/>
                <a:ext cx="1992461" cy="226577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TextBox 121">
                    <a:extLst>
                      <a:ext uri="{FF2B5EF4-FFF2-40B4-BE49-F238E27FC236}">
                        <a16:creationId xmlns:a16="http://schemas.microsoft.com/office/drawing/2014/main" id="{B1725E9C-B319-48EE-8EFE-F24FFCA601FA}"/>
                      </a:ext>
                    </a:extLst>
                  </p:cNvPr>
                  <p:cNvSpPr txBox="1"/>
                  <p:nvPr/>
                </p:nvSpPr>
                <p:spPr>
                  <a:xfrm>
                    <a:off x="4293982" y="1051116"/>
                    <a:ext cx="1628859" cy="602606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19050">
                    <a:solidFill>
                      <a:srgbClr val="0070C0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000" dirty="0"/>
                      <a:t>#12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𝑅𝑠</m:t>
                            </m:r>
                          </m:den>
                        </m:f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𝑃𝑅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den>
                        </m:f>
                      </m:oMath>
                    </a14:m>
                    <a:endParaRPr lang="en-GB" sz="10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∈{0,…,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GB" sz="1000" dirty="0"/>
                  </a:p>
                </p:txBody>
              </p:sp>
            </mc:Choice>
            <mc:Fallback xmlns="">
              <p:sp>
                <p:nvSpPr>
                  <p:cNvPr id="122" name="TextBox 121">
                    <a:extLst>
                      <a:ext uri="{FF2B5EF4-FFF2-40B4-BE49-F238E27FC236}">
                        <a16:creationId xmlns:a16="http://schemas.microsoft.com/office/drawing/2014/main" id="{B1725E9C-B319-48EE-8EFE-F24FFCA601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3982" y="1051116"/>
                    <a:ext cx="1628859" cy="60260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9050">
                    <a:solidFill>
                      <a:srgbClr val="0070C0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B6E60972-7233-4A11-AA5C-EEDB305F624D}"/>
                  </a:ext>
                </a:extLst>
              </p:cNvPr>
              <p:cNvCxnSpPr>
                <a:cxnSpLocks/>
                <a:stCxn id="57" idx="3"/>
                <a:endCxn id="122" idx="1"/>
              </p:cNvCxnSpPr>
              <p:nvPr/>
            </p:nvCxnSpPr>
            <p:spPr>
              <a:xfrm>
                <a:off x="3223454" y="813207"/>
                <a:ext cx="1070528" cy="53921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3A786508-AA35-431A-802E-C71150D70B4E}"/>
                      </a:ext>
                    </a:extLst>
                  </p:cNvPr>
                  <p:cNvSpPr txBox="1"/>
                  <p:nvPr/>
                </p:nvSpPr>
                <p:spPr>
                  <a:xfrm>
                    <a:off x="7119244" y="181443"/>
                    <a:ext cx="1993520" cy="1402283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19050">
                    <a:solidFill>
                      <a:schemeClr val="accent1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000" dirty="0"/>
                      <a:t>#8 </a:t>
                    </a:r>
                    <a14:m>
                      <m:oMath xmlns:m="http://schemas.openxmlformats.org/officeDocument/2006/math">
                        <m:r>
                          <a:rPr lang="en-GB" sz="1000" i="1" smtClean="0">
                            <a:latin typeface="Cambria Math" panose="02040503050406030204" pitchFamily="18" charset="0"/>
                          </a:rPr>
                          <m:t>𝑣𝑒</m:t>
                        </m:r>
                        <m:sSub>
                          <m:sSubPr>
                            <m:ctrlPr>
                              <a:rPr lang="en-GB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𝑔𝑟𝑜𝑤𝑡h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GB" sz="1000" i="1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a14:m>
                    <a:endParaRPr lang="en-US" sz="1000" i="1" dirty="0"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∈{0,…,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GB" sz="1000" b="0" dirty="0"/>
                  </a:p>
                  <a:p>
                    <a:pPr algn="ctr"/>
                    <a:endParaRPr lang="en-GB" sz="1000" b="0" dirty="0"/>
                  </a:p>
                  <a:p>
                    <a:pPr algn="ctr"/>
                    <a:r>
                      <a:rPr lang="en-GB" sz="1000" b="0" dirty="0"/>
                      <a:t> </a:t>
                    </a:r>
                    <a:r>
                      <a:rPr lang="en-GB" sz="1000" dirty="0"/>
                      <a:t>#11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00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GB" sz="1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f>
                          <m:fPr>
                            <m:ctrlPr>
                              <a:rPr lang="en-GB" sz="1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GB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d>
                          </m:num>
                          <m:den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𝑃𝑅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den>
                        </m:f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a14:m>
                    <a:endParaRPr lang="en-US" sz="1000" b="0" i="1" dirty="0"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∈{0,…,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GB" sz="1000" dirty="0"/>
                  </a:p>
                </p:txBody>
              </p:sp>
            </mc:Choice>
            <mc:Fallback xmlns=""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3A786508-AA35-431A-802E-C71150D70B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19244" y="181443"/>
                    <a:ext cx="1993520" cy="140228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9050">
                    <a:solidFill>
                      <a:schemeClr val="accent1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C8D4ECA4-5A3C-49EB-BB4B-7211A32EE5C5}"/>
                      </a:ext>
                    </a:extLst>
                  </p:cNvPr>
                  <p:cNvSpPr txBox="1"/>
                  <p:nvPr/>
                </p:nvSpPr>
                <p:spPr>
                  <a:xfrm>
                    <a:off x="5568445" y="2553003"/>
                    <a:ext cx="2743949" cy="1626464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19050">
                    <a:solidFill>
                      <a:schemeClr val="accent1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000" dirty="0"/>
                      <a:t>#9 </a:t>
                    </a:r>
                    <a14:m>
                      <m:oMath xmlns:m="http://schemas.openxmlformats.org/officeDocument/2006/math">
                        <m:r>
                          <a:rPr lang="en-GB" sz="100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sSub>
                          <m:sSub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𝑐𝑜𝑎𝑟𝑠𝑒𝑛𝑖𝑛𝑔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GB" sz="1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].</m:t>
                        </m:r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𝑐𝑜𝑎𝑟𝑠</m:t>
                        </m:r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GB" sz="1000" i="1">
                            <a:latin typeface="Cambria Math" panose="02040503050406030204" pitchFamily="18" charset="0"/>
                          </a:rPr>
                          <m:t>𝑃𝑅</m:t>
                        </m:r>
                        <m:r>
                          <a:rPr lang="en-GB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000" i="1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a14:m>
                    <a:r>
                      <a:rPr lang="en-GB" sz="1000" dirty="0"/>
                      <a:t> </a:t>
                    </a:r>
                    <a14:m>
                      <m:oMath xmlns:m="http://schemas.openxmlformats.org/officeDocument/2006/math">
                        <m:r>
                          <a:rPr lang="en-GB" sz="1000" i="1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a14:m>
                    <a:endParaRPr lang="en-GB" sz="1000" i="1" dirty="0"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∈{0,…,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GB" sz="1000" dirty="0"/>
                  </a:p>
                  <a:p>
                    <a:pPr algn="ctr"/>
                    <a:endParaRPr lang="en-GB" sz="1000" dirty="0"/>
                  </a:p>
                  <a:p>
                    <a:pPr algn="ctr"/>
                    <a:r>
                      <a:rPr lang="en-GB" sz="1000" dirty="0"/>
                      <a:t>#13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0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0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GB" sz="1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=1/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sz="10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𝑆𝑖</m:t>
                            </m:r>
                            <m:r>
                              <a:rPr lang="en-GB" sz="10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GB" sz="10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𝑀𝑔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0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𝑥𝑝</m:t>
                                </m:r>
                              </m:e>
                              <m:sub>
                                <m:r>
                                  <a:rPr lang="en-GB" sz="1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𝑆𝑖</m:t>
                                </m:r>
                                <m:r>
                                  <a:rPr lang="en-GB" sz="1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GB" sz="1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𝑀𝑔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0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r>
                                  <a:rPr lang="en-GB" sz="1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GB" sz="1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𝐺𝑥</m:t>
                                </m:r>
                              </m:e>
                              <m:sub>
                                <m:r>
                                  <a:rPr lang="en-GB" sz="1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𝑆𝑖</m:t>
                                </m:r>
                                <m:r>
                                  <a:rPr lang="en-GB" sz="1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GB" sz="10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𝑀𝑔</m:t>
                                </m:r>
                              </m:sub>
                            </m:sSub>
                          </m:e>
                        </m:nary>
                      </m:oMath>
                    </a14:m>
                    <a:endParaRPr lang="en-GB" sz="1000" dirty="0"/>
                  </a:p>
                  <a:p>
                    <a:pPr algn="ctr"/>
                    <a:endParaRPr lang="en-GB" sz="1000" dirty="0"/>
                  </a:p>
                  <a:p>
                    <a:pPr algn="ctr"/>
                    <a:r>
                      <a:rPr lang="en-GB" sz="1000" dirty="0"/>
                      <a:t>#14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000" i="1" kern="120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GB" sz="10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0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𝐺𝑥</m:t>
                            </m:r>
                          </m:e>
                          <m:sub>
                            <m:r>
                              <a:rPr lang="en-GB" sz="10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𝑆𝑖</m:t>
                            </m:r>
                            <m:r>
                              <a:rPr lang="en-GB" sz="10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GB" sz="10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𝑀𝑔</m:t>
                            </m:r>
                          </m:sub>
                        </m:sSub>
                        <m:r>
                          <a:rPr lang="en-GB" sz="1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0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0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0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GB" sz="10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𝑀𝑔</m:t>
                                </m:r>
                                <m:r>
                                  <a:rPr lang="en-GB" sz="10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GB" sz="10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𝑆𝑖</m:t>
                                </m:r>
                              </m:sub>
                            </m:sSub>
                          </m:den>
                        </m:f>
                      </m:oMath>
                    </a14:m>
                    <a:endParaRPr lang="en-GB" sz="1000" dirty="0"/>
                  </a:p>
                </p:txBody>
              </p:sp>
            </mc:Choice>
            <mc:Fallback xmlns="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C8D4ECA4-5A3C-49EB-BB4B-7211A32EE5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8445" y="2553003"/>
                    <a:ext cx="2743949" cy="162646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9050">
                    <a:solidFill>
                      <a:schemeClr val="accent1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2CE11940-3E56-45AD-9117-AA93090D001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6981" y="145678"/>
                    <a:ext cx="2075530" cy="300788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19050">
                    <a:solidFill>
                      <a:srgbClr val="0070C0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/>
                      <a:t>#10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GB" sz="12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𝑀𝑔</m:t>
                            </m:r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𝑆𝑖</m:t>
                            </m:r>
                          </m:sub>
                          <m:sup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b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GB" sz="1200" b="0" dirty="0"/>
                  </a:p>
                </p:txBody>
              </p:sp>
            </mc:Choice>
            <mc:Fallback xmlns=""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2CE11940-3E56-45AD-9117-AA93090D00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6981" y="145678"/>
                    <a:ext cx="2075530" cy="30078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0952"/>
                    </a:stretch>
                  </a:blipFill>
                  <a:ln w="19050">
                    <a:solidFill>
                      <a:srgbClr val="0070C0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E2AB73D0-096C-474B-BA47-6BE270115C2F}"/>
                  </a:ext>
                </a:extLst>
              </p:cNvPr>
              <p:cNvCxnSpPr>
                <a:cxnSpLocks/>
                <a:stCxn id="122" idx="3"/>
                <a:endCxn id="125" idx="1"/>
              </p:cNvCxnSpPr>
              <p:nvPr/>
            </p:nvCxnSpPr>
            <p:spPr>
              <a:xfrm flipV="1">
                <a:off x="5922841" y="882585"/>
                <a:ext cx="1196402" cy="46983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F6B36218-D438-4107-A6F3-B0585877203E}"/>
                  </a:ext>
                </a:extLst>
              </p:cNvPr>
              <p:cNvCxnSpPr>
                <a:cxnSpLocks/>
                <a:stCxn id="127" idx="2"/>
                <a:endCxn id="125" idx="1"/>
              </p:cNvCxnSpPr>
              <p:nvPr/>
            </p:nvCxnSpPr>
            <p:spPr>
              <a:xfrm>
                <a:off x="5294747" y="446466"/>
                <a:ext cx="1824497" cy="43611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FA2D81C7-EBA3-48D3-AFB5-A700963C80D0}"/>
                  </a:ext>
                </a:extLst>
              </p:cNvPr>
              <p:cNvCxnSpPr>
                <a:cxnSpLocks/>
                <a:stCxn id="127" idx="3"/>
                <a:endCxn id="126" idx="0"/>
              </p:cNvCxnSpPr>
              <p:nvPr/>
            </p:nvCxnSpPr>
            <p:spPr>
              <a:xfrm>
                <a:off x="6332511" y="296072"/>
                <a:ext cx="607909" cy="225693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467DBA89-3388-47DC-86C3-9B5BE0245FE0}"/>
                  </a:ext>
                </a:extLst>
              </p:cNvPr>
              <p:cNvCxnSpPr>
                <a:cxnSpLocks/>
                <a:stCxn id="122" idx="3"/>
                <a:endCxn id="126" idx="0"/>
              </p:cNvCxnSpPr>
              <p:nvPr/>
            </p:nvCxnSpPr>
            <p:spPr>
              <a:xfrm>
                <a:off x="5922841" y="1352419"/>
                <a:ext cx="1017578" cy="12005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B772D972-6632-4F3F-BB34-16C94B72475C}"/>
                  </a:ext>
                </a:extLst>
              </p:cNvPr>
              <p:cNvCxnSpPr>
                <a:cxnSpLocks/>
                <a:stCxn id="84" idx="0"/>
                <a:endCxn id="122" idx="2"/>
              </p:cNvCxnSpPr>
              <p:nvPr/>
            </p:nvCxnSpPr>
            <p:spPr>
              <a:xfrm flipV="1">
                <a:off x="4047922" y="1653722"/>
                <a:ext cx="1060491" cy="1178533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3A0877F5-7350-4BB2-994F-18278A8F6E87}"/>
                  </a:ext>
                </a:extLst>
              </p:cNvPr>
              <p:cNvCxnSpPr>
                <a:cxnSpLocks/>
                <a:stCxn id="84" idx="3"/>
                <a:endCxn id="126" idx="1"/>
              </p:cNvCxnSpPr>
              <p:nvPr/>
            </p:nvCxnSpPr>
            <p:spPr>
              <a:xfrm>
                <a:off x="5126782" y="3148356"/>
                <a:ext cx="441662" cy="217879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E5EC15C9-D36D-4E6E-AABB-9D1CED964C26}"/>
                      </a:ext>
                    </a:extLst>
                  </p:cNvPr>
                  <p:cNvSpPr txBox="1"/>
                  <p:nvPr/>
                </p:nvSpPr>
                <p:spPr>
                  <a:xfrm>
                    <a:off x="6337012" y="4495858"/>
                    <a:ext cx="2666956" cy="919507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19050">
                    <a:solidFill>
                      <a:schemeClr val="accent1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050" dirty="0"/>
                      <a:t>#15 </a:t>
                    </a:r>
                    <a14:m>
                      <m:oMath xmlns:m="http://schemas.openxmlformats.org/officeDocument/2006/math">
                        <m:r>
                          <a:rPr lang="en-GB" sz="1050" i="1" smtClean="0">
                            <a:latin typeface="Cambria Math" panose="02040503050406030204" pitchFamily="18" charset="0"/>
                          </a:rPr>
                          <m:t>𝑃𝑅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05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GB" sz="1050" b="0" i="1" smtClean="0">
                            <a:latin typeface="Cambria Math" panose="02040503050406030204" pitchFamily="18" charset="0"/>
                          </a:rPr>
                          <m:t>+=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𝑣𝑒𝑙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𝑐𝑜𝑎𝑟𝑠𝑒𝑛𝑖𝑛𝑔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]+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𝑣𝑒𝑙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𝑔𝑟𝑜𝑤𝑡h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])∗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GB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a14:m>
                    <a:endParaRPr lang="en-GB" sz="1050" b="0" i="1" dirty="0"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∈{0,…,</m:t>
                          </m:r>
                          <m:r>
                            <a:rPr lang="en-GB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GB" sz="1050" dirty="0"/>
                  </a:p>
                </p:txBody>
              </p:sp>
            </mc:Choice>
            <mc:Fallback xmlns=""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E5EC15C9-D36D-4E6E-AABB-9D1CED964C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7012" y="4495858"/>
                    <a:ext cx="2666956" cy="91950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9050">
                    <a:solidFill>
                      <a:schemeClr val="accent1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1263FE9B-7698-428A-8C72-F90E6526DA6C}"/>
                  </a:ext>
                </a:extLst>
              </p:cNvPr>
              <p:cNvCxnSpPr>
                <a:cxnSpLocks/>
                <a:stCxn id="125" idx="2"/>
                <a:endCxn id="169" idx="3"/>
              </p:cNvCxnSpPr>
              <p:nvPr/>
            </p:nvCxnSpPr>
            <p:spPr>
              <a:xfrm>
                <a:off x="8116005" y="1583726"/>
                <a:ext cx="887962" cy="3371886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CA49D9FC-C41D-4735-B57E-0AB4FB414245}"/>
                  </a:ext>
                </a:extLst>
              </p:cNvPr>
              <p:cNvCxnSpPr>
                <a:cxnSpLocks/>
                <a:stCxn id="126" idx="2"/>
                <a:endCxn id="169" idx="0"/>
              </p:cNvCxnSpPr>
              <p:nvPr/>
            </p:nvCxnSpPr>
            <p:spPr>
              <a:xfrm>
                <a:off x="6940421" y="4179467"/>
                <a:ext cx="730069" cy="316390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E65FB31E-C401-45EF-953E-187D844F5799}"/>
                      </a:ext>
                    </a:extLst>
                  </p:cNvPr>
                  <p:cNvSpPr txBox="1"/>
                  <p:nvPr/>
                </p:nvSpPr>
                <p:spPr>
                  <a:xfrm>
                    <a:off x="-147195" y="3947246"/>
                    <a:ext cx="3165487" cy="738478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9050">
                    <a:solidFill>
                      <a:schemeClr val="accent2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050" dirty="0"/>
                      <a:t>#16 </a:t>
                    </a:r>
                    <a14:m>
                      <m:oMath xmlns:m="http://schemas.openxmlformats.org/officeDocument/2006/math"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𝑉𝐹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𝑉𝐹</m:t>
                        </m:r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𝑁𝐷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5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𝑃𝑅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5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oMath>
                    </a14:m>
                    <a:endParaRPr lang="en-US" sz="1050" i="1" dirty="0">
                      <a:latin typeface="Cambria Math" panose="02040503050406030204" pitchFamily="18" charset="0"/>
                    </a:endParaRPr>
                  </a:p>
                  <a:p>
                    <a:r>
                      <a:rPr lang="en-GB" sz="1000" dirty="0">
                        <a:effectLst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a:t>#17 </a:t>
                    </a:r>
                    <a14:m>
                      <m:oMath xmlns:m="http://schemas.openxmlformats.org/officeDocument/2006/math">
                        <m:r>
                          <a:rPr lang="en-GB" sz="100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𝑇𝑉𝐹</m:t>
                        </m:r>
                        <m:r>
                          <a:rPr lang="en-GB" sz="100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sz="10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GB" sz="10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𝑉𝐹</m:t>
                            </m:r>
                            <m:r>
                              <a:rPr lang="en-GB" sz="10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en-GB" sz="10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GB" sz="10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</m:nary>
                      </m:oMath>
                    </a14:m>
                    <a:endParaRPr lang="en-US" sz="1000" dirty="0"/>
                  </a:p>
                  <a:p>
                    <a:r>
                      <a:rPr lang="en-GB" sz="1050" dirty="0"/>
                      <a:t>#18 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𝑀𝑔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𝑆𝑖</m:t>
                            </m:r>
                          </m:sub>
                          <m:sup>
                            <m: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bSup>
                        <m:r>
                          <a:rPr lang="en-GB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𝑉𝐹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</m:nary>
                        <m:r>
                          <a:rPr lang="en-GB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GB" sz="1050" dirty="0"/>
                  </a:p>
                </p:txBody>
              </p:sp>
            </mc:Choice>
            <mc:Fallback xmlns="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E65FB31E-C401-45EF-953E-187D844F57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47195" y="3947246"/>
                    <a:ext cx="3165487" cy="73847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8081" b="-60606"/>
                    </a:stretch>
                  </a:blipFill>
                  <a:ln w="19050">
                    <a:solidFill>
                      <a:schemeClr val="accent2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4" name="Straight Arrow Connector 183">
                <a:extLst>
                  <a:ext uri="{FF2B5EF4-FFF2-40B4-BE49-F238E27FC236}">
                    <a16:creationId xmlns:a16="http://schemas.microsoft.com/office/drawing/2014/main" id="{3D60776C-0410-4C36-A8F4-BE2957ED7860}"/>
                  </a:ext>
                </a:extLst>
              </p:cNvPr>
              <p:cNvCxnSpPr>
                <a:cxnSpLocks/>
                <a:stCxn id="169" idx="1"/>
                <a:endCxn id="183" idx="3"/>
              </p:cNvCxnSpPr>
              <p:nvPr/>
            </p:nvCxnSpPr>
            <p:spPr>
              <a:xfrm flipH="1" flipV="1">
                <a:off x="3018292" y="4316485"/>
                <a:ext cx="3318720" cy="639127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36F69EE8-60C2-4330-9782-4BB8C5DEE8BC}"/>
                  </a:ext>
                </a:extLst>
              </p:cNvPr>
              <p:cNvCxnSpPr>
                <a:cxnSpLocks/>
                <a:stCxn id="183" idx="0"/>
                <a:endCxn id="80" idx="2"/>
              </p:cNvCxnSpPr>
              <p:nvPr/>
            </p:nvCxnSpPr>
            <p:spPr>
              <a:xfrm flipV="1">
                <a:off x="1435549" y="2177733"/>
                <a:ext cx="594234" cy="1769513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D3DF08DD-2D58-46B3-8672-B0992E19B34D}"/>
                  </a:ext>
                </a:extLst>
              </p:cNvPr>
              <p:cNvCxnSpPr>
                <a:cxnSpLocks/>
                <a:stCxn id="183" idx="0"/>
                <a:endCxn id="61" idx="2"/>
              </p:cNvCxnSpPr>
              <p:nvPr/>
            </p:nvCxnSpPr>
            <p:spPr>
              <a:xfrm flipH="1" flipV="1">
                <a:off x="621853" y="1238297"/>
                <a:ext cx="813697" cy="2708949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Arrow Connector 188">
                <a:extLst>
                  <a:ext uri="{FF2B5EF4-FFF2-40B4-BE49-F238E27FC236}">
                    <a16:creationId xmlns:a16="http://schemas.microsoft.com/office/drawing/2014/main" id="{A977D39E-4645-49DF-84CB-504751DD966A}"/>
                  </a:ext>
                </a:extLst>
              </p:cNvPr>
              <p:cNvCxnSpPr>
                <a:cxnSpLocks/>
                <a:stCxn id="183" idx="0"/>
              </p:cNvCxnSpPr>
              <p:nvPr/>
            </p:nvCxnSpPr>
            <p:spPr>
              <a:xfrm flipV="1">
                <a:off x="1435549" y="455683"/>
                <a:ext cx="3441320" cy="3491563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Arrow Connector 189">
                <a:extLst>
                  <a:ext uri="{FF2B5EF4-FFF2-40B4-BE49-F238E27FC236}">
                    <a16:creationId xmlns:a16="http://schemas.microsoft.com/office/drawing/2014/main" id="{58C90BD5-1BBB-441C-BC75-0458B5561E95}"/>
                  </a:ext>
                </a:extLst>
              </p:cNvPr>
              <p:cNvCxnSpPr>
                <a:cxnSpLocks/>
                <a:stCxn id="183" idx="0"/>
                <a:endCxn id="84" idx="2"/>
              </p:cNvCxnSpPr>
              <p:nvPr/>
            </p:nvCxnSpPr>
            <p:spPr>
              <a:xfrm flipV="1">
                <a:off x="1435549" y="3464457"/>
                <a:ext cx="2612372" cy="482789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B04AE934-A49F-4201-BE72-33F1E689EF37}"/>
                      </a:ext>
                    </a:extLst>
                  </p:cNvPr>
                  <p:cNvSpPr txBox="1"/>
                  <p:nvPr/>
                </p:nvSpPr>
                <p:spPr>
                  <a:xfrm>
                    <a:off x="1457155" y="6490390"/>
                    <a:ext cx="2933153" cy="373129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100" dirty="0"/>
                      <a:t>#21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𝑝𝑝𝑡</m:t>
                            </m:r>
                          </m:sub>
                        </m:s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GB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GB" sz="11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  <m:sub>
                            <m:r>
                              <a:rPr lang="en-GB" sz="1100" i="1">
                                <a:latin typeface="Cambria Math" panose="02040503050406030204" pitchFamily="18" charset="0"/>
                              </a:rPr>
                              <m:t>𝑤𝑒𝑎𝑘</m:t>
                            </m:r>
                          </m:sub>
                        </m:s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GB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GB" sz="11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  <m:sub>
                            <m:r>
                              <a:rPr lang="en-GB" sz="1100" i="1">
                                <a:latin typeface="Cambria Math" panose="02040503050406030204" pitchFamily="18" charset="0"/>
                              </a:rPr>
                              <m:t>𝑠𝑡𝑟𝑜𝑛𝑔</m:t>
                            </m:r>
                          </m:sub>
                        </m:s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GB" sz="1100" dirty="0"/>
                  </a:p>
                </p:txBody>
              </p:sp>
            </mc:Choice>
            <mc:Fallback xmlns="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B04AE934-A49F-4201-BE72-33F1E689EF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7155" y="6490390"/>
                    <a:ext cx="2933153" cy="37312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19050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3554113F-FEC4-407D-BA03-F1F8DAD35F87}"/>
                      </a:ext>
                    </a:extLst>
                  </p:cNvPr>
                  <p:cNvSpPr txBox="1"/>
                  <p:nvPr/>
                </p:nvSpPr>
                <p:spPr>
                  <a:xfrm>
                    <a:off x="276696" y="5737994"/>
                    <a:ext cx="2517180" cy="327891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000" dirty="0"/>
                      <a:t>#19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GB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GB" sz="1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  <m:sub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𝑤𝑒𝑎𝑘</m:t>
                            </m:r>
                          </m:sub>
                        </m:sSub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𝑁𝐷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b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GB" sz="1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𝑃𝑅</m:t>
                            </m:r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b>
                            <m:r>
                              <a:rPr lang="en-GB" sz="1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GB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GB" sz="1000" b="0" dirty="0"/>
                  </a:p>
                </p:txBody>
              </p:sp>
            </mc:Choice>
            <mc:Fallback xmlns="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3554113F-FEC4-407D-BA03-F1F8DAD35F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696" y="5737994"/>
                    <a:ext cx="2517180" cy="32789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4348"/>
                    </a:stretch>
                  </a:blipFill>
                  <a:ln w="19050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1F7D98AB-F8D0-457F-8602-A8B3B049A8F1}"/>
                      </a:ext>
                    </a:extLst>
                  </p:cNvPr>
                  <p:cNvSpPr txBox="1"/>
                  <p:nvPr/>
                </p:nvSpPr>
                <p:spPr>
                  <a:xfrm>
                    <a:off x="3087261" y="5747211"/>
                    <a:ext cx="2661420" cy="361500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050" dirty="0"/>
                      <a:t>#20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GB" sz="105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GB" sz="105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  <m:sub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𝑠𝑡𝑟𝑜𝑛𝑔</m:t>
                            </m:r>
                          </m:sub>
                        </m:sSub>
                        <m:r>
                          <a:rPr lang="en-GB" sz="105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𝑁𝐷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5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𝑃𝑅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GB" sz="1050" dirty="0"/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1F7D98AB-F8D0-457F-8602-A8B3B049A8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7261" y="5747211"/>
                    <a:ext cx="2661420" cy="3615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19050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ECD2FE66-4DC1-4DB1-A933-375F9A1419A0}"/>
                      </a:ext>
                    </a:extLst>
                  </p:cNvPr>
                  <p:cNvSpPr txBox="1"/>
                  <p:nvPr/>
                </p:nvSpPr>
                <p:spPr>
                  <a:xfrm>
                    <a:off x="2190443" y="4835117"/>
                    <a:ext cx="3527567" cy="61543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chemeClr val="tx1"/>
                    </a:solidFill>
                    <a:prstDash val="dash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"/>
                              <m:ctrlPr>
                                <a:rPr lang="en-GB" sz="1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GB" sz="1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𝑁𝐷</m:t>
                                      </m:r>
                                    </m:e>
                                    <m:sub>
                                      <m:r>
                                        <a:rPr lang="en-GB" sz="1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00" b="0" i="1" smtClean="0">
                                          <a:latin typeface="Cambria Math" panose="02040503050406030204" pitchFamily="18" charset="0"/>
                                        </a:rPr>
                                        <m:t>𝑃𝑅</m:t>
                                      </m:r>
                                    </m:e>
                                    <m:sub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000" b="0" i="1" smtClean="0">
                                      <a:latin typeface="Cambria Math" panose="02040503050406030204" pitchFamily="18" charset="0"/>
                                    </a:rPr>
                                    <m:t>)=</m:t>
                                  </m:r>
                                  <m:d>
                                    <m:dPr>
                                      <m:ctrlPr>
                                        <a:rPr lang="en-GB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𝑁𝐷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GB" sz="1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𝑃𝑅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GB" sz="1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GB" sz="1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000" b="0" i="1" smtClean="0">
                                      <a:latin typeface="Cambria Math" panose="02040503050406030204" pitchFamily="18" charset="0"/>
                                    </a:rPr>
                                    <m:t>𝑖𝑓</m:t>
                                  </m:r>
                                  <m:r>
                                    <a:rPr lang="en-GB" sz="1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000" b="0" i="1" smtClean="0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000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sSub>
                                    <m:sSubPr>
                                      <m:ctrlP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𝑝𝑐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GB" sz="1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𝑁𝐷</m:t>
                                      </m:r>
                                    </m:e>
                                    <m:sub>
                                      <m:r>
                                        <a:rPr lang="en-GB" sz="1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𝑃𝑅</m:t>
                                      </m:r>
                                    </m:e>
                                    <m:sub>
                                      <m:r>
                                        <a:rPr lang="en-GB" sz="1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000" i="1">
                                      <a:latin typeface="Cambria Math" panose="02040503050406030204" pitchFamily="18" charset="0"/>
                                    </a:rPr>
                                    <m:t>)=</m:t>
                                  </m:r>
                                  <m:d>
                                    <m:dPr>
                                      <m:ctrlP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𝑁𝐷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GB" sz="1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𝑃𝑅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GB" sz="1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GB" sz="1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000" i="1">
                                      <a:latin typeface="Cambria Math" panose="02040503050406030204" pitchFamily="18" charset="0"/>
                                    </a:rPr>
                                    <m:t>𝑖𝑓</m:t>
                                  </m:r>
                                  <m:r>
                                    <a:rPr lang="en-GB" sz="1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00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GB" sz="1000" b="0" i="1" smtClean="0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sSub>
                                    <m:sSubPr>
                                      <m:ctrlP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sz="1000" i="1">
                                          <a:latin typeface="Cambria Math" panose="02040503050406030204" pitchFamily="18" charset="0"/>
                                        </a:rPr>
                                        <m:t>𝑝𝑐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en-GB" sz="1000" dirty="0"/>
                  </a:p>
                </p:txBody>
              </p:sp>
            </mc:Choice>
            <mc:Fallback xmlns="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ECD2FE66-4DC1-4DB1-A933-375F9A1419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0443" y="4835117"/>
                    <a:ext cx="3527567" cy="61543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2176" t="-171429" b="-246429"/>
                    </a:stretch>
                  </a:blipFill>
                  <a:ln w="19050">
                    <a:solidFill>
                      <a:schemeClr val="tx1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1" name="Straight Arrow Connector 230">
                <a:extLst>
                  <a:ext uri="{FF2B5EF4-FFF2-40B4-BE49-F238E27FC236}">
                    <a16:creationId xmlns:a16="http://schemas.microsoft.com/office/drawing/2014/main" id="{CE0F2808-BAF8-4C2A-978C-05501009832B}"/>
                  </a:ext>
                </a:extLst>
              </p:cNvPr>
              <p:cNvCxnSpPr>
                <a:cxnSpLocks/>
                <a:stCxn id="219" idx="2"/>
                <a:endCxn id="217" idx="0"/>
              </p:cNvCxnSpPr>
              <p:nvPr/>
            </p:nvCxnSpPr>
            <p:spPr>
              <a:xfrm flipH="1">
                <a:off x="2923732" y="6108710"/>
                <a:ext cx="1494240" cy="38167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Arrow Connector 234">
                <a:extLst>
                  <a:ext uri="{FF2B5EF4-FFF2-40B4-BE49-F238E27FC236}">
                    <a16:creationId xmlns:a16="http://schemas.microsoft.com/office/drawing/2014/main" id="{C9D145A7-7132-4C8A-A507-C64DF5AC4655}"/>
                  </a:ext>
                </a:extLst>
              </p:cNvPr>
              <p:cNvCxnSpPr>
                <a:cxnSpLocks/>
                <a:stCxn id="220" idx="2"/>
                <a:endCxn id="218" idx="0"/>
              </p:cNvCxnSpPr>
              <p:nvPr/>
            </p:nvCxnSpPr>
            <p:spPr>
              <a:xfrm flipH="1">
                <a:off x="1535287" y="5450556"/>
                <a:ext cx="2418940" cy="287438"/>
              </a:xfrm>
              <a:prstGeom prst="straightConnector1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Arrow Connector 235">
                <a:extLst>
                  <a:ext uri="{FF2B5EF4-FFF2-40B4-BE49-F238E27FC236}">
                    <a16:creationId xmlns:a16="http://schemas.microsoft.com/office/drawing/2014/main" id="{6359C0EC-565D-42E7-8CAC-0D9475BF42E1}"/>
                  </a:ext>
                </a:extLst>
              </p:cNvPr>
              <p:cNvCxnSpPr>
                <a:cxnSpLocks/>
                <a:stCxn id="84" idx="2"/>
                <a:endCxn id="220" idx="0"/>
              </p:cNvCxnSpPr>
              <p:nvPr/>
            </p:nvCxnSpPr>
            <p:spPr>
              <a:xfrm flipH="1">
                <a:off x="3954227" y="3464457"/>
                <a:ext cx="93695" cy="137066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Arrow Connector 236">
                <a:extLst>
                  <a:ext uri="{FF2B5EF4-FFF2-40B4-BE49-F238E27FC236}">
                    <a16:creationId xmlns:a16="http://schemas.microsoft.com/office/drawing/2014/main" id="{6FF161F8-8FEB-4B15-8644-7D19AE69DE15}"/>
                  </a:ext>
                </a:extLst>
              </p:cNvPr>
              <p:cNvCxnSpPr>
                <a:cxnSpLocks/>
                <a:stCxn id="218" idx="2"/>
                <a:endCxn id="217" idx="0"/>
              </p:cNvCxnSpPr>
              <p:nvPr/>
            </p:nvCxnSpPr>
            <p:spPr>
              <a:xfrm>
                <a:off x="1535287" y="6065886"/>
                <a:ext cx="1388445" cy="424504"/>
              </a:xfrm>
              <a:prstGeom prst="straightConnector1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Arrow Connector 237">
                <a:extLst>
                  <a:ext uri="{FF2B5EF4-FFF2-40B4-BE49-F238E27FC236}">
                    <a16:creationId xmlns:a16="http://schemas.microsoft.com/office/drawing/2014/main" id="{041ECA69-6A89-40EC-BCA8-B2540BAC8A86}"/>
                  </a:ext>
                </a:extLst>
              </p:cNvPr>
              <p:cNvCxnSpPr>
                <a:cxnSpLocks/>
                <a:stCxn id="220" idx="2"/>
                <a:endCxn id="219" idx="0"/>
              </p:cNvCxnSpPr>
              <p:nvPr/>
            </p:nvCxnSpPr>
            <p:spPr>
              <a:xfrm>
                <a:off x="3954227" y="5450556"/>
                <a:ext cx="463744" cy="296655"/>
              </a:xfrm>
              <a:prstGeom prst="straightConnector1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6817AD1F-B760-444B-A799-EEF5D60255FB}"/>
                  </a:ext>
                </a:extLst>
              </p:cNvPr>
              <p:cNvSpPr txBox="1"/>
              <p:nvPr/>
            </p:nvSpPr>
            <p:spPr>
              <a:xfrm>
                <a:off x="7789521" y="5756745"/>
                <a:ext cx="915466" cy="3521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Growth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725DB638-9E63-407E-AB51-536A6509148B}"/>
                  </a:ext>
                </a:extLst>
              </p:cNvPr>
              <p:cNvSpPr txBox="1"/>
              <p:nvPr/>
            </p:nvSpPr>
            <p:spPr>
              <a:xfrm>
                <a:off x="6111026" y="5757103"/>
                <a:ext cx="1429664" cy="3465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Nucleation</a:t>
                </a:r>
                <a:endParaRPr lang="en-GB" sz="1050" b="1" dirty="0"/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A7E6B5D1-68D4-458C-87AF-45E5FF9B72BC}"/>
                  </a:ext>
                </a:extLst>
              </p:cNvPr>
              <p:cNvSpPr txBox="1"/>
              <p:nvPr/>
            </p:nvSpPr>
            <p:spPr>
              <a:xfrm>
                <a:off x="7465836" y="6455743"/>
                <a:ext cx="1070885" cy="3465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Update</a:t>
                </a:r>
              </a:p>
            </p:txBody>
          </p: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80D58ED5-DFB2-4C59-808B-7BEB2DA823CB}"/>
                  </a:ext>
                </a:extLst>
              </p:cNvPr>
              <p:cNvCxnSpPr>
                <a:cxnSpLocks/>
                <a:stCxn id="255" idx="2"/>
                <a:endCxn id="261" idx="0"/>
              </p:cNvCxnSpPr>
              <p:nvPr/>
            </p:nvCxnSpPr>
            <p:spPr>
              <a:xfrm flipH="1">
                <a:off x="6540234" y="6103602"/>
                <a:ext cx="285624" cy="31193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D9B43876-0764-461A-8A69-41181D75E6A4}"/>
                  </a:ext>
                </a:extLst>
              </p:cNvPr>
              <p:cNvCxnSpPr>
                <a:cxnSpLocks/>
                <a:stCxn id="256" idx="0"/>
                <a:endCxn id="255" idx="2"/>
              </p:cNvCxnSpPr>
              <p:nvPr/>
            </p:nvCxnSpPr>
            <p:spPr>
              <a:xfrm flipH="1" flipV="1">
                <a:off x="6825858" y="6103602"/>
                <a:ext cx="1175421" cy="35214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D27158DA-CFF7-4611-9336-8DC33C973F64}"/>
                  </a:ext>
                </a:extLst>
              </p:cNvPr>
              <p:cNvCxnSpPr>
                <a:cxnSpLocks/>
                <a:stCxn id="254" idx="2"/>
                <a:endCxn id="261" idx="0"/>
              </p:cNvCxnSpPr>
              <p:nvPr/>
            </p:nvCxnSpPr>
            <p:spPr>
              <a:xfrm flipH="1">
                <a:off x="6540234" y="6108885"/>
                <a:ext cx="1707020" cy="3066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33A36949-3051-4FF2-8204-04BD83607CA8}"/>
                  </a:ext>
                </a:extLst>
              </p:cNvPr>
              <p:cNvCxnSpPr>
                <a:cxnSpLocks/>
                <a:stCxn id="255" idx="3"/>
                <a:endCxn id="254" idx="1"/>
              </p:cNvCxnSpPr>
              <p:nvPr/>
            </p:nvCxnSpPr>
            <p:spPr>
              <a:xfrm>
                <a:off x="7540689" y="5930353"/>
                <a:ext cx="248831" cy="246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5BC12D01-EFD0-448C-984D-5BA2EFD52F2B}"/>
                  </a:ext>
                </a:extLst>
              </p:cNvPr>
              <p:cNvSpPr txBox="1"/>
              <p:nvPr/>
            </p:nvSpPr>
            <p:spPr>
              <a:xfrm>
                <a:off x="6031197" y="6415532"/>
                <a:ext cx="1018072" cy="35618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Strength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99D11375-EA9E-4116-8F59-8B4E5C3B1D09}"/>
                  </a:ext>
                </a:extLst>
              </p:cNvPr>
              <p:cNvCxnSpPr>
                <a:cxnSpLocks/>
                <a:stCxn id="169" idx="1"/>
                <a:endCxn id="220" idx="3"/>
              </p:cNvCxnSpPr>
              <p:nvPr/>
            </p:nvCxnSpPr>
            <p:spPr>
              <a:xfrm flipH="1">
                <a:off x="5718010" y="4955612"/>
                <a:ext cx="619001" cy="187224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1EDE366A-3641-441F-A91C-F9A0F5165E1D}"/>
                  </a:ext>
                </a:extLst>
              </p:cNvPr>
              <p:cNvCxnSpPr>
                <a:cxnSpLocks/>
                <a:stCxn id="254" idx="2"/>
                <a:endCxn id="256" idx="0"/>
              </p:cNvCxnSpPr>
              <p:nvPr/>
            </p:nvCxnSpPr>
            <p:spPr>
              <a:xfrm flipH="1">
                <a:off x="8001279" y="6108885"/>
                <a:ext cx="245976" cy="34685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4002C54-2AF1-8D41-971F-C8657F73CC97}"/>
                  </a:ext>
                </a:extLst>
              </p:cNvPr>
              <p:cNvSpPr txBox="1"/>
              <p:nvPr/>
            </p:nvSpPr>
            <p:spPr>
              <a:xfrm>
                <a:off x="1865905" y="28029"/>
                <a:ext cx="1349217" cy="385000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CALPHAD</a:t>
                </a: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93C9420-DF69-9CC6-3C1A-E23E7467DAA5}"/>
                </a:ext>
              </a:extLst>
            </p:cNvPr>
            <p:cNvSpPr/>
            <p:nvPr/>
          </p:nvSpPr>
          <p:spPr>
            <a:xfrm>
              <a:off x="2183015" y="316558"/>
              <a:ext cx="2608507" cy="53620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Input composition and process parameters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6A7DD54D-C6C5-A8E2-C3AE-F5FDB8017A0D}"/>
                    </a:ext>
                  </a:extLst>
                </p:cNvPr>
                <p:cNvSpPr/>
                <p:nvPr/>
              </p:nvSpPr>
              <p:spPr>
                <a:xfrm>
                  <a:off x="2740839" y="6944447"/>
                  <a:ext cx="2100609" cy="536201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>
                      <a:solidFill>
                        <a:schemeClr val="tx1"/>
                      </a:solidFill>
                    </a:rPr>
                    <a:t>Output </a:t>
                  </a:r>
                  <a14:m>
                    <m:oMath xmlns:m="http://schemas.openxmlformats.org/officeDocument/2006/math">
                      <m:r>
                        <a:rPr lang="en-GB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𝑌𝑆</m:t>
                      </m:r>
                      <m:r>
                        <a:rPr lang="en-GB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𝑇𝑁𝐷</m:t>
                      </m:r>
                      <m:r>
                        <a:rPr lang="en-GB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𝑀𝑃𝑅</m:t>
                      </m:r>
                      <m:r>
                        <a:rPr lang="en-GB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𝑇𝑉𝐹</m:t>
                      </m:r>
                    </m:oMath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6A7DD54D-C6C5-A8E2-C3AE-F5FDB8017A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0839" y="6944447"/>
                  <a:ext cx="2100609" cy="536201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4286658-A2AD-76F6-776A-6128069C8837}"/>
                </a:ext>
              </a:extLst>
            </p:cNvPr>
            <p:cNvCxnSpPr>
              <a:cxnSpLocks/>
              <a:stCxn id="3" idx="4"/>
              <a:endCxn id="21" idx="0"/>
            </p:cNvCxnSpPr>
            <p:nvPr/>
          </p:nvCxnSpPr>
          <p:spPr>
            <a:xfrm flipH="1">
              <a:off x="3476058" y="852759"/>
              <a:ext cx="11211" cy="3718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A61E435-49D7-CE02-054D-1EC6F251CC7F}"/>
                </a:ext>
              </a:extLst>
            </p:cNvPr>
            <p:cNvCxnSpPr>
              <a:cxnSpLocks/>
              <a:stCxn id="217" idx="2"/>
              <a:endCxn id="4" idx="0"/>
            </p:cNvCxnSpPr>
            <p:nvPr/>
          </p:nvCxnSpPr>
          <p:spPr>
            <a:xfrm flipH="1">
              <a:off x="3791144" y="6689056"/>
              <a:ext cx="1" cy="255391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AED89EF-B930-2A4E-7A4B-19BEE5E37E66}"/>
                    </a:ext>
                  </a:extLst>
                </p:cNvPr>
                <p:cNvSpPr txBox="1"/>
                <p:nvPr/>
              </p:nvSpPr>
              <p:spPr>
                <a:xfrm>
                  <a:off x="-983007" y="3582897"/>
                  <a:ext cx="2142763" cy="615553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600" dirty="0"/>
                    <a:t>Optimisation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AED89EF-B930-2A4E-7A4B-19BEE5E37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83007" y="3582897"/>
                  <a:ext cx="2142763" cy="615553"/>
                </a:xfrm>
                <a:prstGeom prst="rect">
                  <a:avLst/>
                </a:prstGeom>
                <a:blipFill>
                  <a:blip r:embed="rId17"/>
                  <a:stretch>
                    <a:fillRect t="-1923" b="-6731"/>
                  </a:stretch>
                </a:blipFill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996A0A5E-2BF4-BBD8-7B88-ECE16A6605D8}"/>
                </a:ext>
              </a:extLst>
            </p:cNvPr>
            <p:cNvCxnSpPr>
              <a:stCxn id="4" idx="2"/>
              <a:endCxn id="32" idx="2"/>
            </p:cNvCxnSpPr>
            <p:nvPr/>
          </p:nvCxnSpPr>
          <p:spPr>
            <a:xfrm rot="10800000">
              <a:off x="88375" y="4198450"/>
              <a:ext cx="2652464" cy="301409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4567DBA8-609C-3916-7E43-045547E8EEB2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rot="5400000" flipH="1" flipV="1">
              <a:off x="469099" y="589887"/>
              <a:ext cx="2612286" cy="3373734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26EC05A-9AB7-AF20-F94A-08B80129543A}"/>
                </a:ext>
              </a:extLst>
            </p:cNvPr>
            <p:cNvSpPr txBox="1"/>
            <p:nvPr/>
          </p:nvSpPr>
          <p:spPr>
            <a:xfrm>
              <a:off x="6843798" y="813964"/>
              <a:ext cx="2142763" cy="369332"/>
            </a:xfrm>
            <a:prstGeom prst="rect">
              <a:avLst/>
            </a:prstGeom>
            <a:noFill/>
            <a:ln w="19050"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7030A0"/>
                  </a:solidFill>
                </a:rPr>
                <a:t>KWN model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41F7DCA-E2EF-230B-358C-C0DB2CDA135A}"/>
                </a:ext>
              </a:extLst>
            </p:cNvPr>
            <p:cNvCxnSpPr>
              <a:cxnSpLocks/>
              <a:stCxn id="21" idx="2"/>
              <a:endCxn id="57" idx="0"/>
            </p:cNvCxnSpPr>
            <p:nvPr/>
          </p:nvCxnSpPr>
          <p:spPr>
            <a:xfrm>
              <a:off x="3476058" y="1532406"/>
              <a:ext cx="6851" cy="2044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458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1562</Words>
  <Application>Microsoft Office PowerPoint</Application>
  <PresentationFormat>On-screen Show (4:3)</PresentationFormat>
  <Paragraphs>227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SimSun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 Alizadeh (Doctoral Researcher)</dc:creator>
  <cp:lastModifiedBy>Amir Alizadeh (Doctoral Researcher)</cp:lastModifiedBy>
  <cp:revision>16</cp:revision>
  <dcterms:created xsi:type="dcterms:W3CDTF">2024-08-08T14:49:19Z</dcterms:created>
  <dcterms:modified xsi:type="dcterms:W3CDTF">2025-06-10T14:18:07Z</dcterms:modified>
</cp:coreProperties>
</file>